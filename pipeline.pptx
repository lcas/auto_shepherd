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3" r:id="rId4"/>
  </p:sldMasterIdLst>
  <p:sldIdLst>
    <p:sldId id="299" r:id="rId5"/>
  </p:sldIdLst>
  <p:sldSz cx="42803763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388B62-4681-433F-2E6C-BC0FE0ED4976}" name="Rob Lloyd" initials="RL" userId="S::rlloyd@lincoln.ac.uk::9c6e4dc0-d139-471f-804e-18b77508af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2A421A"/>
    <a:srgbClr val="4B732F"/>
    <a:srgbClr val="4D7731"/>
    <a:srgbClr val="E2F0D9"/>
    <a:srgbClr val="ED7D31"/>
    <a:srgbClr val="8F45C7"/>
    <a:srgbClr val="FFC000"/>
    <a:srgbClr val="5B9BD5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" dt="2026-09-29T20:41:49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6" autoAdjust="0"/>
    <p:restoredTop sz="96340" autoAdjust="0"/>
  </p:normalViewPr>
  <p:slideViewPr>
    <p:cSldViewPr snapToGrid="0">
      <p:cViewPr>
        <p:scale>
          <a:sx n="33" d="100"/>
          <a:sy n="33" d="100"/>
        </p:scale>
        <p:origin x="2520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282" y="4954765"/>
            <a:ext cx="36383199" cy="10540259"/>
          </a:xfrm>
        </p:spPr>
        <p:txBody>
          <a:bodyPr anchor="b"/>
          <a:lstStyle>
            <a:lvl1pPr algn="ctr">
              <a:defRPr sz="2648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50471" y="15901497"/>
            <a:ext cx="32102822" cy="7309499"/>
          </a:xfrm>
        </p:spPr>
        <p:txBody>
          <a:bodyPr/>
          <a:lstStyle>
            <a:lvl1pPr marL="0" indent="0" algn="ctr">
              <a:buNone/>
              <a:defRPr sz="10595"/>
            </a:lvl1pPr>
            <a:lvl2pPr marL="2018355" indent="0" algn="ctr">
              <a:buNone/>
              <a:defRPr sz="8829"/>
            </a:lvl2pPr>
            <a:lvl3pPr marL="4036710" indent="0" algn="ctr">
              <a:buNone/>
              <a:defRPr sz="7946"/>
            </a:lvl3pPr>
            <a:lvl4pPr marL="6055065" indent="0" algn="ctr">
              <a:buNone/>
              <a:defRPr sz="7063"/>
            </a:lvl4pPr>
            <a:lvl5pPr marL="8073420" indent="0" algn="ctr">
              <a:buNone/>
              <a:defRPr sz="7063"/>
            </a:lvl5pPr>
            <a:lvl6pPr marL="10091776" indent="0" algn="ctr">
              <a:buNone/>
              <a:defRPr sz="7063"/>
            </a:lvl6pPr>
            <a:lvl7pPr marL="12110131" indent="0" algn="ctr">
              <a:buNone/>
              <a:defRPr sz="7063"/>
            </a:lvl7pPr>
            <a:lvl8pPr marL="14128486" indent="0" algn="ctr">
              <a:buNone/>
              <a:defRPr sz="7063"/>
            </a:lvl8pPr>
            <a:lvl9pPr marL="16146841" indent="0" algn="ctr">
              <a:buNone/>
              <a:defRPr sz="706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FFB9B-9FB8-469E-96F9-4D32314110B6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8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7158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467" y="7547788"/>
            <a:ext cx="36918246" cy="12593645"/>
          </a:xfrm>
        </p:spPr>
        <p:txBody>
          <a:bodyPr anchor="b"/>
          <a:lstStyle>
            <a:lvl1pPr>
              <a:defRPr sz="2648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0467" y="20260574"/>
            <a:ext cx="36918246" cy="6622701"/>
          </a:xfrm>
        </p:spPr>
        <p:txBody>
          <a:bodyPr/>
          <a:lstStyle>
            <a:lvl1pPr marL="0" indent="0">
              <a:buNone/>
              <a:defRPr sz="10595">
                <a:solidFill>
                  <a:schemeClr val="tx1"/>
                </a:solidFill>
              </a:defRPr>
            </a:lvl1pPr>
            <a:lvl2pPr marL="2018355" indent="0">
              <a:buNone/>
              <a:defRPr sz="8829">
                <a:solidFill>
                  <a:schemeClr val="tx1">
                    <a:tint val="75000"/>
                  </a:schemeClr>
                </a:solidFill>
              </a:defRPr>
            </a:lvl2pPr>
            <a:lvl3pPr marL="4036710" indent="0">
              <a:buNone/>
              <a:defRPr sz="7946">
                <a:solidFill>
                  <a:schemeClr val="tx1">
                    <a:tint val="75000"/>
                  </a:schemeClr>
                </a:solidFill>
              </a:defRPr>
            </a:lvl3pPr>
            <a:lvl4pPr marL="6055065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4pPr>
            <a:lvl5pPr marL="8073420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5pPr>
            <a:lvl6pPr marL="10091776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6pPr>
            <a:lvl7pPr marL="12110131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7pPr>
            <a:lvl8pPr marL="14128486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8pPr>
            <a:lvl9pPr marL="16146841" indent="0">
              <a:buNone/>
              <a:defRPr sz="7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0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42759" y="8059374"/>
            <a:ext cx="18191599" cy="19209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69405" y="8059374"/>
            <a:ext cx="18191599" cy="19209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169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1611882"/>
            <a:ext cx="36918246" cy="58518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8339" y="7421634"/>
            <a:ext cx="18107995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48339" y="11058863"/>
            <a:ext cx="18107995" cy="16265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669408" y="7421634"/>
            <a:ext cx="18197174" cy="3637228"/>
          </a:xfrm>
        </p:spPr>
        <p:txBody>
          <a:bodyPr anchor="b"/>
          <a:lstStyle>
            <a:lvl1pPr marL="0" indent="0">
              <a:buNone/>
              <a:defRPr sz="10595" b="1"/>
            </a:lvl1pPr>
            <a:lvl2pPr marL="2018355" indent="0">
              <a:buNone/>
              <a:defRPr sz="8829" b="1"/>
            </a:lvl2pPr>
            <a:lvl3pPr marL="4036710" indent="0">
              <a:buNone/>
              <a:defRPr sz="7946" b="1"/>
            </a:lvl3pPr>
            <a:lvl4pPr marL="6055065" indent="0">
              <a:buNone/>
              <a:defRPr sz="7063" b="1"/>
            </a:lvl4pPr>
            <a:lvl5pPr marL="8073420" indent="0">
              <a:buNone/>
              <a:defRPr sz="7063" b="1"/>
            </a:lvl5pPr>
            <a:lvl6pPr marL="10091776" indent="0">
              <a:buNone/>
              <a:defRPr sz="7063" b="1"/>
            </a:lvl6pPr>
            <a:lvl7pPr marL="12110131" indent="0">
              <a:buNone/>
              <a:defRPr sz="7063" b="1"/>
            </a:lvl7pPr>
            <a:lvl8pPr marL="14128486" indent="0">
              <a:buNone/>
              <a:defRPr sz="7063" b="1"/>
            </a:lvl8pPr>
            <a:lvl9pPr marL="16146841" indent="0">
              <a:buNone/>
              <a:defRPr sz="706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669408" y="11058863"/>
            <a:ext cx="18197174" cy="162659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845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4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3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97174" y="4359077"/>
            <a:ext cx="21669405" cy="21515024"/>
          </a:xfrm>
        </p:spPr>
        <p:txBody>
          <a:bodyPr/>
          <a:lstStyle>
            <a:lvl1pPr>
              <a:defRPr sz="14127"/>
            </a:lvl1pPr>
            <a:lvl2pPr>
              <a:defRPr sz="12361"/>
            </a:lvl2pPr>
            <a:lvl3pPr>
              <a:defRPr sz="10595"/>
            </a:lvl3pPr>
            <a:lvl4pPr>
              <a:defRPr sz="8829"/>
            </a:lvl4pPr>
            <a:lvl5pPr>
              <a:defRPr sz="8829"/>
            </a:lvl5pPr>
            <a:lvl6pPr>
              <a:defRPr sz="8829"/>
            </a:lvl6pPr>
            <a:lvl7pPr>
              <a:defRPr sz="8829"/>
            </a:lvl7pPr>
            <a:lvl8pPr>
              <a:defRPr sz="8829"/>
            </a:lvl8pPr>
            <a:lvl9pPr>
              <a:defRPr sz="882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3548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334" y="2018348"/>
            <a:ext cx="13805328" cy="7064216"/>
          </a:xfrm>
        </p:spPr>
        <p:txBody>
          <a:bodyPr anchor="b"/>
          <a:lstStyle>
            <a:lvl1pPr>
              <a:defRPr sz="1412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197174" y="4359077"/>
            <a:ext cx="21669405" cy="21515024"/>
          </a:xfrm>
        </p:spPr>
        <p:txBody>
          <a:bodyPr anchor="t"/>
          <a:lstStyle>
            <a:lvl1pPr marL="0" indent="0">
              <a:buNone/>
              <a:defRPr sz="14127"/>
            </a:lvl1pPr>
            <a:lvl2pPr marL="2018355" indent="0">
              <a:buNone/>
              <a:defRPr sz="12361"/>
            </a:lvl2pPr>
            <a:lvl3pPr marL="4036710" indent="0">
              <a:buNone/>
              <a:defRPr sz="10595"/>
            </a:lvl3pPr>
            <a:lvl4pPr marL="6055065" indent="0">
              <a:buNone/>
              <a:defRPr sz="8829"/>
            </a:lvl4pPr>
            <a:lvl5pPr marL="8073420" indent="0">
              <a:buNone/>
              <a:defRPr sz="8829"/>
            </a:lvl5pPr>
            <a:lvl6pPr marL="10091776" indent="0">
              <a:buNone/>
              <a:defRPr sz="8829"/>
            </a:lvl6pPr>
            <a:lvl7pPr marL="12110131" indent="0">
              <a:buNone/>
              <a:defRPr sz="8829"/>
            </a:lvl7pPr>
            <a:lvl8pPr marL="14128486" indent="0">
              <a:buNone/>
              <a:defRPr sz="8829"/>
            </a:lvl8pPr>
            <a:lvl9pPr marL="16146841" indent="0">
              <a:buNone/>
              <a:defRPr sz="8829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48334" y="9082564"/>
            <a:ext cx="13805328" cy="16826573"/>
          </a:xfrm>
        </p:spPr>
        <p:txBody>
          <a:bodyPr/>
          <a:lstStyle>
            <a:lvl1pPr marL="0" indent="0">
              <a:buNone/>
              <a:defRPr sz="7063"/>
            </a:lvl1pPr>
            <a:lvl2pPr marL="2018355" indent="0">
              <a:buNone/>
              <a:defRPr sz="6180"/>
            </a:lvl2pPr>
            <a:lvl3pPr marL="4036710" indent="0">
              <a:buNone/>
              <a:defRPr sz="5298"/>
            </a:lvl3pPr>
            <a:lvl4pPr marL="6055065" indent="0">
              <a:buNone/>
              <a:defRPr sz="4415"/>
            </a:lvl4pPr>
            <a:lvl5pPr marL="8073420" indent="0">
              <a:buNone/>
              <a:defRPr sz="4415"/>
            </a:lvl5pPr>
            <a:lvl6pPr marL="10091776" indent="0">
              <a:buNone/>
              <a:defRPr sz="4415"/>
            </a:lvl6pPr>
            <a:lvl7pPr marL="12110131" indent="0">
              <a:buNone/>
              <a:defRPr sz="4415"/>
            </a:lvl7pPr>
            <a:lvl8pPr marL="14128486" indent="0">
              <a:buNone/>
              <a:defRPr sz="4415"/>
            </a:lvl8pPr>
            <a:lvl9pPr marL="16146841" indent="0">
              <a:buNone/>
              <a:defRPr sz="441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4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757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631445" y="1611875"/>
            <a:ext cx="9229561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42761" y="1611875"/>
            <a:ext cx="27153637" cy="256568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BB1C6-BF8F-4481-8AB2-603A1C8A90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51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2759" y="1611882"/>
            <a:ext cx="36918246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2759" y="8059374"/>
            <a:ext cx="36918246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42759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78747" y="28060644"/>
            <a:ext cx="14446270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230157" y="28060644"/>
            <a:ext cx="9630847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1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hf sldNum="0" hdr="0" ftr="0" dt="0"/>
  <p:txStyles>
    <p:titleStyle>
      <a:lvl1pPr algn="l" defTabSz="4036710" rtl="0" eaLnBrk="1" latinLnBrk="0" hangingPunct="1">
        <a:lnSpc>
          <a:spcPct val="90000"/>
        </a:lnSpc>
        <a:spcBef>
          <a:spcPct val="0"/>
        </a:spcBef>
        <a:buNone/>
        <a:defRPr sz="194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9178" indent="-1009178" algn="l" defTabSz="4036710" rtl="0" eaLnBrk="1" latinLnBrk="0" hangingPunct="1">
        <a:lnSpc>
          <a:spcPct val="90000"/>
        </a:lnSpc>
        <a:spcBef>
          <a:spcPts val="4415"/>
        </a:spcBef>
        <a:buFont typeface="Arial" panose="020B0604020202020204" pitchFamily="34" charset="0"/>
        <a:buChar char="•"/>
        <a:defRPr sz="12361" kern="1200">
          <a:solidFill>
            <a:schemeClr val="tx1"/>
          </a:solidFill>
          <a:latin typeface="+mn-lt"/>
          <a:ea typeface="+mn-ea"/>
          <a:cs typeface="+mn-cs"/>
        </a:defRPr>
      </a:lvl1pPr>
      <a:lvl2pPr marL="302753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10595" kern="1200">
          <a:solidFill>
            <a:schemeClr val="tx1"/>
          </a:solidFill>
          <a:latin typeface="+mn-lt"/>
          <a:ea typeface="+mn-ea"/>
          <a:cs typeface="+mn-cs"/>
        </a:defRPr>
      </a:lvl2pPr>
      <a:lvl3pPr marL="504588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8829" kern="1200">
          <a:solidFill>
            <a:schemeClr val="tx1"/>
          </a:solidFill>
          <a:latin typeface="+mn-lt"/>
          <a:ea typeface="+mn-ea"/>
          <a:cs typeface="+mn-cs"/>
        </a:defRPr>
      </a:lvl3pPr>
      <a:lvl4pPr marL="706424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908259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110095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3119308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5137663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7156019" indent="-1009178" algn="l" defTabSz="4036710" rtl="0" eaLnBrk="1" latinLnBrk="0" hangingPunct="1">
        <a:lnSpc>
          <a:spcPct val="90000"/>
        </a:lnSpc>
        <a:spcBef>
          <a:spcPts val="2207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1pPr>
      <a:lvl2pPr marL="201835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403671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3pPr>
      <a:lvl4pPr marL="6055065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4pPr>
      <a:lvl5pPr marL="8073420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5pPr>
      <a:lvl6pPr marL="1009177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6pPr>
      <a:lvl7pPr marL="1211013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7pPr>
      <a:lvl8pPr marL="14128486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8pPr>
      <a:lvl9pPr marL="16146841" algn="l" defTabSz="4036710" rtl="0" eaLnBrk="1" latinLnBrk="0" hangingPunct="1">
        <a:defRPr sz="79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4.jpeg"/><Relationship Id="rId26" Type="http://schemas.openxmlformats.org/officeDocument/2006/relationships/image" Target="../media/image22.png"/><Relationship Id="rId39" Type="http://schemas.openxmlformats.org/officeDocument/2006/relationships/image" Target="../media/image33.png"/><Relationship Id="rId21" Type="http://schemas.openxmlformats.org/officeDocument/2006/relationships/image" Target="../media/image17.svg"/><Relationship Id="rId34" Type="http://schemas.openxmlformats.org/officeDocument/2006/relationships/image" Target="../media/image29.png"/><Relationship Id="rId42" Type="http://schemas.openxmlformats.org/officeDocument/2006/relationships/image" Target="../media/image36.png"/><Relationship Id="rId47" Type="http://schemas.openxmlformats.org/officeDocument/2006/relationships/image" Target="../media/image41.png"/><Relationship Id="rId50" Type="http://schemas.openxmlformats.org/officeDocument/2006/relationships/image" Target="../media/image44.png"/><Relationship Id="rId55" Type="http://schemas.openxmlformats.org/officeDocument/2006/relationships/image" Target="../media/image48.png"/><Relationship Id="rId7" Type="http://schemas.openxmlformats.org/officeDocument/2006/relationships/image" Target="../media/image5.png"/><Relationship Id="rId2" Type="http://schemas.openxmlformats.org/officeDocument/2006/relationships/image" Target="../media/image1.svg"/><Relationship Id="rId16" Type="http://schemas.openxmlformats.org/officeDocument/2006/relationships/image" Target="../media/image12.jpeg"/><Relationship Id="rId29" Type="http://schemas.openxmlformats.org/officeDocument/2006/relationships/image" Target="../media/image24.png"/><Relationship Id="rId11" Type="http://schemas.openxmlformats.org/officeDocument/2006/relationships/image" Target="../media/image8.svg"/><Relationship Id="rId24" Type="http://schemas.openxmlformats.org/officeDocument/2006/relationships/image" Target="../media/image20.jpeg"/><Relationship Id="rId32" Type="http://schemas.openxmlformats.org/officeDocument/2006/relationships/image" Target="../media/image27.png"/><Relationship Id="rId37" Type="http://schemas.openxmlformats.org/officeDocument/2006/relationships/image" Target="../media/image31.png"/><Relationship Id="rId40" Type="http://schemas.openxmlformats.org/officeDocument/2006/relationships/image" Target="../media/image34.png"/><Relationship Id="rId45" Type="http://schemas.openxmlformats.org/officeDocument/2006/relationships/image" Target="../media/image39.png"/><Relationship Id="rId53" Type="http://schemas.openxmlformats.org/officeDocument/2006/relationships/image" Target="../media/image47.png"/><Relationship Id="rId58" Type="http://schemas.openxmlformats.org/officeDocument/2006/relationships/image" Target="../media/image50.png"/><Relationship Id="rId5" Type="http://schemas.openxmlformats.org/officeDocument/2006/relationships/image" Target="../media/image4.png"/><Relationship Id="rId19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microsoft.com/office/2007/relationships/hdphoto" Target="../media/hdphoto3.wdp"/><Relationship Id="rId22" Type="http://schemas.openxmlformats.org/officeDocument/2006/relationships/image" Target="../media/image18.svg"/><Relationship Id="rId27" Type="http://schemas.openxmlformats.org/officeDocument/2006/relationships/image" Target="../media/image23.png"/><Relationship Id="rId30" Type="http://schemas.openxmlformats.org/officeDocument/2006/relationships/image" Target="../media/image25.png"/><Relationship Id="rId35" Type="http://schemas.microsoft.com/office/2007/relationships/hdphoto" Target="../media/hdphoto5.wdp"/><Relationship Id="rId43" Type="http://schemas.openxmlformats.org/officeDocument/2006/relationships/image" Target="../media/image37.png"/><Relationship Id="rId48" Type="http://schemas.openxmlformats.org/officeDocument/2006/relationships/image" Target="../media/image42.png"/><Relationship Id="rId56" Type="http://schemas.openxmlformats.org/officeDocument/2006/relationships/image" Target="../media/image49.png"/><Relationship Id="rId8" Type="http://schemas.openxmlformats.org/officeDocument/2006/relationships/image" Target="../media/image6.png"/><Relationship Id="rId51" Type="http://schemas.openxmlformats.org/officeDocument/2006/relationships/image" Target="../media/image45.png"/><Relationship Id="rId3" Type="http://schemas.openxmlformats.org/officeDocument/2006/relationships/image" Target="../media/image2.svg"/><Relationship Id="rId12" Type="http://schemas.openxmlformats.org/officeDocument/2006/relationships/image" Target="../media/image9.png"/><Relationship Id="rId17" Type="http://schemas.openxmlformats.org/officeDocument/2006/relationships/image" Target="../media/image13.jpeg"/><Relationship Id="rId25" Type="http://schemas.openxmlformats.org/officeDocument/2006/relationships/image" Target="../media/image21.png"/><Relationship Id="rId33" Type="http://schemas.openxmlformats.org/officeDocument/2006/relationships/image" Target="../media/image28.png"/><Relationship Id="rId38" Type="http://schemas.openxmlformats.org/officeDocument/2006/relationships/image" Target="../media/image32.png"/><Relationship Id="rId46" Type="http://schemas.openxmlformats.org/officeDocument/2006/relationships/image" Target="../media/image40.png"/><Relationship Id="rId59" Type="http://schemas.openxmlformats.org/officeDocument/2006/relationships/image" Target="../media/image51.png"/><Relationship Id="rId20" Type="http://schemas.openxmlformats.org/officeDocument/2006/relationships/image" Target="../media/image16.jpeg"/><Relationship Id="rId41" Type="http://schemas.openxmlformats.org/officeDocument/2006/relationships/image" Target="../media/image35.png"/><Relationship Id="rId54" Type="http://schemas.microsoft.com/office/2007/relationships/hdphoto" Target="../media/hdphoto6.wdp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15" Type="http://schemas.openxmlformats.org/officeDocument/2006/relationships/image" Target="../media/image11.png"/><Relationship Id="rId23" Type="http://schemas.openxmlformats.org/officeDocument/2006/relationships/image" Target="../media/image19.svg"/><Relationship Id="rId28" Type="http://schemas.microsoft.com/office/2007/relationships/hdphoto" Target="../media/hdphoto4.wdp"/><Relationship Id="rId36" Type="http://schemas.openxmlformats.org/officeDocument/2006/relationships/image" Target="../media/image30.png"/><Relationship Id="rId49" Type="http://schemas.openxmlformats.org/officeDocument/2006/relationships/image" Target="../media/image43.png"/><Relationship Id="rId57" Type="http://schemas.microsoft.com/office/2007/relationships/hdphoto" Target="../media/hdphoto7.wdp"/><Relationship Id="rId10" Type="http://schemas.microsoft.com/office/2007/relationships/hdphoto" Target="../media/hdphoto2.wdp"/><Relationship Id="rId31" Type="http://schemas.openxmlformats.org/officeDocument/2006/relationships/image" Target="../media/image26.svg"/><Relationship Id="rId44" Type="http://schemas.openxmlformats.org/officeDocument/2006/relationships/image" Target="../media/image38.png"/><Relationship Id="rId52" Type="http://schemas.openxmlformats.org/officeDocument/2006/relationships/image" Target="../media/image46.png"/><Relationship Id="rId60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7194098-73BD-498A-B460-2658AD8614FB}"/>
              </a:ext>
            </a:extLst>
          </p:cNvPr>
          <p:cNvGrpSpPr/>
          <p:nvPr/>
        </p:nvGrpSpPr>
        <p:grpSpPr>
          <a:xfrm>
            <a:off x="20388755" y="23120562"/>
            <a:ext cx="12033823" cy="5492199"/>
            <a:chOff x="22406214" y="21189934"/>
            <a:chExt cx="12033823" cy="5492199"/>
          </a:xfrm>
        </p:grpSpPr>
        <p:sp>
          <p:nvSpPr>
            <p:cNvPr id="569" name="Rectangle 568">
              <a:extLst>
                <a:ext uri="{FF2B5EF4-FFF2-40B4-BE49-F238E27FC236}">
                  <a16:creationId xmlns:a16="http://schemas.microsoft.com/office/drawing/2014/main" id="{D74088C0-27DA-4D89-B302-552CB0256E44}"/>
                </a:ext>
              </a:extLst>
            </p:cNvPr>
            <p:cNvSpPr/>
            <p:nvPr/>
          </p:nvSpPr>
          <p:spPr>
            <a:xfrm>
              <a:off x="22406214" y="21189934"/>
              <a:ext cx="12033823" cy="5040935"/>
            </a:xfrm>
            <a:prstGeom prst="rect">
              <a:avLst/>
            </a:prstGeom>
            <a:solidFill>
              <a:srgbClr val="E9D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F4DD2A38-0ED4-43B6-AEA6-BA37FFC66288}"/>
                </a:ext>
              </a:extLst>
            </p:cNvPr>
            <p:cNvSpPr/>
            <p:nvPr/>
          </p:nvSpPr>
          <p:spPr>
            <a:xfrm>
              <a:off x="22406214" y="26084225"/>
              <a:ext cx="12033823" cy="597908"/>
            </a:xfrm>
            <a:prstGeom prst="rect">
              <a:avLst/>
            </a:prstGeom>
            <a:solidFill>
              <a:srgbClr val="E9D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3600" b="1" dirty="0">
                  <a:solidFill>
                    <a:srgbClr val="7030A0"/>
                  </a:solidFill>
                </a:rPr>
                <a:t>Prediction &amp; Control Server</a:t>
              </a:r>
            </a:p>
          </p:txBody>
        </p:sp>
      </p:grpSp>
      <p:sp>
        <p:nvSpPr>
          <p:cNvPr id="568" name="Rectangle 567">
            <a:extLst>
              <a:ext uri="{FF2B5EF4-FFF2-40B4-BE49-F238E27FC236}">
                <a16:creationId xmlns:a16="http://schemas.microsoft.com/office/drawing/2014/main" id="{DACF02C0-2D77-428A-A9E6-9EC5949131F2}"/>
              </a:ext>
            </a:extLst>
          </p:cNvPr>
          <p:cNvSpPr/>
          <p:nvPr/>
        </p:nvSpPr>
        <p:spPr>
          <a:xfrm>
            <a:off x="20388753" y="20724500"/>
            <a:ext cx="6517060" cy="2547836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cxnSp>
        <p:nvCxnSpPr>
          <p:cNvPr id="571" name="Connector: Elbow 570">
            <a:extLst>
              <a:ext uri="{FF2B5EF4-FFF2-40B4-BE49-F238E27FC236}">
                <a16:creationId xmlns:a16="http://schemas.microsoft.com/office/drawing/2014/main" id="{48FB3DE5-36BB-49B4-B5B2-911CEB37AA23}"/>
              </a:ext>
            </a:extLst>
          </p:cNvPr>
          <p:cNvCxnSpPr>
            <a:cxnSpLocks/>
            <a:stCxn id="711" idx="0"/>
            <a:endCxn id="744" idx="3"/>
          </p:cNvCxnSpPr>
          <p:nvPr/>
        </p:nvCxnSpPr>
        <p:spPr>
          <a:xfrm rot="16200000" flipV="1">
            <a:off x="28443249" y="24002456"/>
            <a:ext cx="1794509" cy="2381787"/>
          </a:xfrm>
          <a:prstGeom prst="bentConnector2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: Elbow 571">
            <a:extLst>
              <a:ext uri="{FF2B5EF4-FFF2-40B4-BE49-F238E27FC236}">
                <a16:creationId xmlns:a16="http://schemas.microsoft.com/office/drawing/2014/main" id="{1A51E0FD-2A16-483C-A7B5-E8E25432873D}"/>
              </a:ext>
            </a:extLst>
          </p:cNvPr>
          <p:cNvCxnSpPr>
            <a:cxnSpLocks/>
            <a:stCxn id="720" idx="1"/>
            <a:endCxn id="713" idx="2"/>
          </p:cNvCxnSpPr>
          <p:nvPr/>
        </p:nvCxnSpPr>
        <p:spPr>
          <a:xfrm rot="10800000">
            <a:off x="21582703" y="24897207"/>
            <a:ext cx="2381787" cy="1794509"/>
          </a:xfrm>
          <a:prstGeom prst="bentConnector2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Connector: Elbow 572">
            <a:extLst>
              <a:ext uri="{FF2B5EF4-FFF2-40B4-BE49-F238E27FC236}">
                <a16:creationId xmlns:a16="http://schemas.microsoft.com/office/drawing/2014/main" id="{A0076C51-7FF6-42E2-A111-920AED7EBD38}"/>
              </a:ext>
            </a:extLst>
          </p:cNvPr>
          <p:cNvCxnSpPr>
            <a:cxnSpLocks/>
            <a:stCxn id="570" idx="3"/>
            <a:endCxn id="712" idx="1"/>
          </p:cNvCxnSpPr>
          <p:nvPr/>
        </p:nvCxnSpPr>
        <p:spPr>
          <a:xfrm>
            <a:off x="22187974" y="21757889"/>
            <a:ext cx="1776515" cy="2538206"/>
          </a:xfrm>
          <a:prstGeom prst="bentConnector3">
            <a:avLst>
              <a:gd name="adj1" fmla="val 50000"/>
            </a:avLst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Straight Arrow Connector 573">
            <a:extLst>
              <a:ext uri="{FF2B5EF4-FFF2-40B4-BE49-F238E27FC236}">
                <a16:creationId xmlns:a16="http://schemas.microsoft.com/office/drawing/2014/main" id="{00CEA386-4B10-4602-87BD-FA10F10C3DB4}"/>
              </a:ext>
            </a:extLst>
          </p:cNvPr>
          <p:cNvCxnSpPr>
            <a:cxnSpLocks/>
            <a:stCxn id="713" idx="0"/>
          </p:cNvCxnSpPr>
          <p:nvPr/>
        </p:nvCxnSpPr>
        <p:spPr>
          <a:xfrm flipV="1">
            <a:off x="21582702" y="22359020"/>
            <a:ext cx="0" cy="1335964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Arrow Connector 704">
            <a:extLst>
              <a:ext uri="{FF2B5EF4-FFF2-40B4-BE49-F238E27FC236}">
                <a16:creationId xmlns:a16="http://schemas.microsoft.com/office/drawing/2014/main" id="{9B1B2216-3315-410D-8613-312671AD7D63}"/>
              </a:ext>
            </a:extLst>
          </p:cNvPr>
          <p:cNvCxnSpPr>
            <a:cxnSpLocks/>
            <a:stCxn id="744" idx="2"/>
            <a:endCxn id="736" idx="0"/>
          </p:cNvCxnSpPr>
          <p:nvPr/>
        </p:nvCxnSpPr>
        <p:spPr>
          <a:xfrm>
            <a:off x="27548498" y="24897206"/>
            <a:ext cx="0" cy="1193398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4E41D037-DC13-4F11-8F2D-077624948A98}"/>
              </a:ext>
            </a:extLst>
          </p:cNvPr>
          <p:cNvGrpSpPr/>
          <p:nvPr/>
        </p:nvGrpSpPr>
        <p:grpSpPr>
          <a:xfrm>
            <a:off x="20985752" y="21156778"/>
            <a:ext cx="1202222" cy="1202222"/>
            <a:chOff x="20985752" y="21156778"/>
            <a:chExt cx="1202222" cy="1202222"/>
          </a:xfrm>
        </p:grpSpPr>
        <p:sp>
          <p:nvSpPr>
            <p:cNvPr id="570" name="Rectangle 569">
              <a:extLst>
                <a:ext uri="{FF2B5EF4-FFF2-40B4-BE49-F238E27FC236}">
                  <a16:creationId xmlns:a16="http://schemas.microsoft.com/office/drawing/2014/main" id="{DCD15240-3035-4026-B26D-6A4D1A4FCF44}"/>
                </a:ext>
              </a:extLst>
            </p:cNvPr>
            <p:cNvSpPr/>
            <p:nvPr/>
          </p:nvSpPr>
          <p:spPr>
            <a:xfrm>
              <a:off x="20985752" y="21156778"/>
              <a:ext cx="1202222" cy="1202222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Bridge</a:t>
              </a:r>
            </a:p>
          </p:txBody>
        </p:sp>
        <p:grpSp>
          <p:nvGrpSpPr>
            <p:cNvPr id="749" name="Group 748">
              <a:extLst>
                <a:ext uri="{FF2B5EF4-FFF2-40B4-BE49-F238E27FC236}">
                  <a16:creationId xmlns:a16="http://schemas.microsoft.com/office/drawing/2014/main" id="{FFA37119-687E-428C-BA76-91F9D13D39EA}"/>
                </a:ext>
              </a:extLst>
            </p:cNvPr>
            <p:cNvGrpSpPr/>
            <p:nvPr/>
          </p:nvGrpSpPr>
          <p:grpSpPr>
            <a:xfrm>
              <a:off x="21182199" y="21592880"/>
              <a:ext cx="896412" cy="531181"/>
              <a:chOff x="38842694" y="10567711"/>
              <a:chExt cx="4891307" cy="2898417"/>
            </a:xfrm>
          </p:grpSpPr>
          <p:pic>
            <p:nvPicPr>
              <p:cNvPr id="773" name="Graphic 772">
                <a:extLst>
                  <a:ext uri="{FF2B5EF4-FFF2-40B4-BE49-F238E27FC236}">
                    <a16:creationId xmlns:a16="http://schemas.microsoft.com/office/drawing/2014/main" id="{B4CE8FEF-110F-4962-8062-57A3F9472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0636004" y="11979092"/>
                <a:ext cx="3097997" cy="1487036"/>
              </a:xfrm>
              <a:prstGeom prst="rect">
                <a:avLst/>
              </a:prstGeom>
            </p:spPr>
          </p:pic>
          <p:pic>
            <p:nvPicPr>
              <p:cNvPr id="782" name="Graphic 781">
                <a:extLst>
                  <a:ext uri="{FF2B5EF4-FFF2-40B4-BE49-F238E27FC236}">
                    <a16:creationId xmlns:a16="http://schemas.microsoft.com/office/drawing/2014/main" id="{7E270536-24D7-43F7-A336-D7C9C145A7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8842694" y="10567711"/>
                <a:ext cx="2422193" cy="2422196"/>
              </a:xfrm>
              <a:prstGeom prst="rect">
                <a:avLst/>
              </a:prstGeom>
            </p:spPr>
          </p:pic>
        </p:grpSp>
      </p:grpSp>
      <p:grpSp>
        <p:nvGrpSpPr>
          <p:cNvPr id="756" name="Graphic 79">
            <a:extLst>
              <a:ext uri="{FF2B5EF4-FFF2-40B4-BE49-F238E27FC236}">
                <a16:creationId xmlns:a16="http://schemas.microsoft.com/office/drawing/2014/main" id="{81A29602-0BB3-4D05-81BE-621D3D7DB7E8}"/>
              </a:ext>
            </a:extLst>
          </p:cNvPr>
          <p:cNvGrpSpPr/>
          <p:nvPr/>
        </p:nvGrpSpPr>
        <p:grpSpPr>
          <a:xfrm rot="20700000">
            <a:off x="21598664" y="21391718"/>
            <a:ext cx="200981" cy="425610"/>
            <a:chOff x="37494608" y="25622710"/>
            <a:chExt cx="1994951" cy="4224641"/>
          </a:xfrm>
        </p:grpSpPr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E714DDE2-64C4-4C8A-ABBD-0459539C45BF}"/>
                </a:ext>
              </a:extLst>
            </p:cNvPr>
            <p:cNvSpPr/>
            <p:nvPr/>
          </p:nvSpPr>
          <p:spPr>
            <a:xfrm>
              <a:off x="38269109" y="25622710"/>
              <a:ext cx="1220450" cy="4224641"/>
            </a:xfrm>
            <a:custGeom>
              <a:avLst/>
              <a:gdLst>
                <a:gd name="connsiteX0" fmla="*/ 11735 w 1220451"/>
                <a:gd name="connsiteY0" fmla="*/ 3884119 h 4224640"/>
                <a:gd name="connsiteX1" fmla="*/ 343651 w 1220451"/>
                <a:gd name="connsiteY1" fmla="*/ 4216035 h 4224640"/>
                <a:gd name="connsiteX2" fmla="*/ 343651 w 1220451"/>
                <a:gd name="connsiteY2" fmla="*/ 11735 h 4224640"/>
                <a:gd name="connsiteX3" fmla="*/ 11735 w 1220451"/>
                <a:gd name="connsiteY3" fmla="*/ 343651 h 4224640"/>
                <a:gd name="connsiteX4" fmla="*/ 11735 w 1220451"/>
                <a:gd name="connsiteY4" fmla="*/ 3884119 h 422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451" h="4224640">
                  <a:moveTo>
                    <a:pt x="11735" y="3884119"/>
                  </a:moveTo>
                  <a:lnTo>
                    <a:pt x="343651" y="4216035"/>
                  </a:lnTo>
                  <a:cubicBezTo>
                    <a:pt x="1502783" y="3056903"/>
                    <a:pt x="1502783" y="1170867"/>
                    <a:pt x="343651" y="11735"/>
                  </a:cubicBezTo>
                  <a:lnTo>
                    <a:pt x="11735" y="343651"/>
                  </a:lnTo>
                  <a:cubicBezTo>
                    <a:pt x="987846" y="1319762"/>
                    <a:pt x="987846" y="2908008"/>
                    <a:pt x="11735" y="3884119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B3C37968-D0FB-46A0-8F49-BB9469E1D103}"/>
                </a:ext>
              </a:extLst>
            </p:cNvPr>
            <p:cNvSpPr/>
            <p:nvPr/>
          </p:nvSpPr>
          <p:spPr>
            <a:xfrm>
              <a:off x="37494608" y="26397164"/>
              <a:ext cx="891867" cy="2675606"/>
            </a:xfrm>
            <a:custGeom>
              <a:avLst/>
              <a:gdLst>
                <a:gd name="connsiteX0" fmla="*/ 343651 w 891868"/>
                <a:gd name="connsiteY0" fmla="*/ 2667094 h 2675605"/>
                <a:gd name="connsiteX1" fmla="*/ 892838 w 891868"/>
                <a:gd name="connsiteY1" fmla="*/ 1339415 h 2675605"/>
                <a:gd name="connsiteX2" fmla="*/ 343651 w 891868"/>
                <a:gd name="connsiteY2" fmla="*/ 11735 h 2675605"/>
                <a:gd name="connsiteX3" fmla="*/ 11735 w 891868"/>
                <a:gd name="connsiteY3" fmla="*/ 343651 h 2675605"/>
                <a:gd name="connsiteX4" fmla="*/ 423434 w 891868"/>
                <a:gd name="connsiteY4" fmla="*/ 1339415 h 2675605"/>
                <a:gd name="connsiteX5" fmla="*/ 11735 w 891868"/>
                <a:gd name="connsiteY5" fmla="*/ 2335178 h 2675605"/>
                <a:gd name="connsiteX6" fmla="*/ 343651 w 891868"/>
                <a:gd name="connsiteY6" fmla="*/ 2667094 h 2675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1868" h="2675605">
                  <a:moveTo>
                    <a:pt x="343651" y="2667094"/>
                  </a:moveTo>
                  <a:cubicBezTo>
                    <a:pt x="697801" y="2312960"/>
                    <a:pt x="892838" y="1841443"/>
                    <a:pt x="892838" y="1339415"/>
                  </a:cubicBezTo>
                  <a:cubicBezTo>
                    <a:pt x="892838" y="837386"/>
                    <a:pt x="697801" y="365885"/>
                    <a:pt x="343651" y="11735"/>
                  </a:cubicBezTo>
                  <a:lnTo>
                    <a:pt x="11735" y="343651"/>
                  </a:lnTo>
                  <a:cubicBezTo>
                    <a:pt x="277214" y="609131"/>
                    <a:pt x="423434" y="962764"/>
                    <a:pt x="423434" y="1339415"/>
                  </a:cubicBezTo>
                  <a:cubicBezTo>
                    <a:pt x="423434" y="1716065"/>
                    <a:pt x="277230" y="2069683"/>
                    <a:pt x="11735" y="2335178"/>
                  </a:cubicBezTo>
                  <a:lnTo>
                    <a:pt x="343651" y="2667094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cxnSp>
        <p:nvCxnSpPr>
          <p:cNvPr id="746" name="Connector: Elbow 745">
            <a:extLst>
              <a:ext uri="{FF2B5EF4-FFF2-40B4-BE49-F238E27FC236}">
                <a16:creationId xmlns:a16="http://schemas.microsoft.com/office/drawing/2014/main" id="{0AC5688D-1F64-4DDA-8D9D-79045E9C0977}"/>
              </a:ext>
            </a:extLst>
          </p:cNvPr>
          <p:cNvCxnSpPr>
            <a:cxnSpLocks/>
            <a:stCxn id="736" idx="2"/>
            <a:endCxn id="720" idx="2"/>
          </p:cNvCxnSpPr>
          <p:nvPr/>
        </p:nvCxnSpPr>
        <p:spPr>
          <a:xfrm rot="5400000">
            <a:off x="26057049" y="25801377"/>
            <a:ext cx="12700" cy="2982898"/>
          </a:xfrm>
          <a:prstGeom prst="bentConnector3">
            <a:avLst>
              <a:gd name="adj1" fmla="val 4314283"/>
            </a:avLst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Straight Arrow Connector 746">
            <a:extLst>
              <a:ext uri="{FF2B5EF4-FFF2-40B4-BE49-F238E27FC236}">
                <a16:creationId xmlns:a16="http://schemas.microsoft.com/office/drawing/2014/main" id="{57C6ACBA-B47E-46C9-9CBB-CCA6F2DE26E1}"/>
              </a:ext>
            </a:extLst>
          </p:cNvPr>
          <p:cNvCxnSpPr>
            <a:cxnSpLocks/>
            <a:stCxn id="712" idx="2"/>
            <a:endCxn id="720" idx="0"/>
          </p:cNvCxnSpPr>
          <p:nvPr/>
        </p:nvCxnSpPr>
        <p:spPr>
          <a:xfrm>
            <a:off x="24565600" y="24897206"/>
            <a:ext cx="0" cy="1193398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A26C7EEA-ABD3-4029-B9CE-4E00CDD6E84D}"/>
              </a:ext>
            </a:extLst>
          </p:cNvPr>
          <p:cNvCxnSpPr>
            <a:cxnSpLocks/>
            <a:stCxn id="570" idx="3"/>
            <a:endCxn id="735" idx="1"/>
          </p:cNvCxnSpPr>
          <p:nvPr/>
        </p:nvCxnSpPr>
        <p:spPr>
          <a:xfrm>
            <a:off x="22187974" y="21757889"/>
            <a:ext cx="1776515" cy="23062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: Elbow 659">
            <a:extLst>
              <a:ext uri="{FF2B5EF4-FFF2-40B4-BE49-F238E27FC236}">
                <a16:creationId xmlns:a16="http://schemas.microsoft.com/office/drawing/2014/main" id="{69561F82-9C69-4A33-8BF8-D25EE3707131}"/>
              </a:ext>
            </a:extLst>
          </p:cNvPr>
          <p:cNvCxnSpPr>
            <a:cxnSpLocks/>
            <a:stCxn id="735" idx="3"/>
            <a:endCxn id="744" idx="1"/>
          </p:cNvCxnSpPr>
          <p:nvPr/>
        </p:nvCxnSpPr>
        <p:spPr>
          <a:xfrm>
            <a:off x="25166711" y="21780951"/>
            <a:ext cx="1780676" cy="2515144"/>
          </a:xfrm>
          <a:prstGeom prst="bentConnector3">
            <a:avLst>
              <a:gd name="adj1" fmla="val 50000"/>
            </a:avLst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Rectangle 551">
            <a:extLst>
              <a:ext uri="{FF2B5EF4-FFF2-40B4-BE49-F238E27FC236}">
                <a16:creationId xmlns:a16="http://schemas.microsoft.com/office/drawing/2014/main" id="{5C78381C-E878-4018-9CBB-6A531445829F}"/>
              </a:ext>
            </a:extLst>
          </p:cNvPr>
          <p:cNvSpPr/>
          <p:nvPr/>
        </p:nvSpPr>
        <p:spPr>
          <a:xfrm>
            <a:off x="16962792" y="20724500"/>
            <a:ext cx="3082019" cy="35091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99EDDB3-BAA3-4ECF-B891-4CC7794F2DEF}"/>
              </a:ext>
            </a:extLst>
          </p:cNvPr>
          <p:cNvGrpSpPr/>
          <p:nvPr/>
        </p:nvGrpSpPr>
        <p:grpSpPr>
          <a:xfrm>
            <a:off x="17299699" y="21156777"/>
            <a:ext cx="1202223" cy="1202223"/>
            <a:chOff x="17299699" y="21156777"/>
            <a:chExt cx="1202223" cy="1202223"/>
          </a:xfrm>
        </p:grpSpPr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7EAF99EF-2F87-4783-9561-EE45BF2E8BDC}"/>
                </a:ext>
              </a:extLst>
            </p:cNvPr>
            <p:cNvSpPr/>
            <p:nvPr/>
          </p:nvSpPr>
          <p:spPr>
            <a:xfrm>
              <a:off x="17299699" y="21156777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LoRa</a:t>
              </a:r>
            </a:p>
          </p:txBody>
        </p:sp>
        <p:pic>
          <p:nvPicPr>
            <p:cNvPr id="558" name="Picture 557">
              <a:extLst>
                <a:ext uri="{FF2B5EF4-FFF2-40B4-BE49-F238E27FC236}">
                  <a16:creationId xmlns:a16="http://schemas.microsoft.com/office/drawing/2014/main" id="{5E3207A8-1168-4FC0-B44D-38EBB56B5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</a:blip>
            <a:stretch>
              <a:fillRect/>
            </a:stretch>
          </p:blipFill>
          <p:spPr>
            <a:xfrm>
              <a:off x="17438823" y="21295901"/>
              <a:ext cx="923975" cy="923975"/>
            </a:xfrm>
            <a:prstGeom prst="rect">
              <a:avLst/>
            </a:prstGeom>
          </p:spPr>
        </p:pic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6AC14814-936A-4AA3-8901-738934BFFA21}"/>
              </a:ext>
            </a:extLst>
          </p:cNvPr>
          <p:cNvGrpSpPr/>
          <p:nvPr/>
        </p:nvGrpSpPr>
        <p:grpSpPr>
          <a:xfrm>
            <a:off x="17340732" y="22694558"/>
            <a:ext cx="1202223" cy="1202221"/>
            <a:chOff x="17340732" y="22694558"/>
            <a:chExt cx="1202223" cy="1202221"/>
          </a:xfrm>
        </p:grpSpPr>
        <p:sp>
          <p:nvSpPr>
            <p:cNvPr id="555" name="Rectangle 554">
              <a:extLst>
                <a:ext uri="{FF2B5EF4-FFF2-40B4-BE49-F238E27FC236}">
                  <a16:creationId xmlns:a16="http://schemas.microsoft.com/office/drawing/2014/main" id="{62044788-1E81-4BFB-82BE-EA0D22670479}"/>
                </a:ext>
              </a:extLst>
            </p:cNvPr>
            <p:cNvSpPr/>
            <p:nvPr/>
          </p:nvSpPr>
          <p:spPr>
            <a:xfrm>
              <a:off x="17340732" y="22694558"/>
              <a:ext cx="1202223" cy="120222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nRF</a:t>
              </a:r>
            </a:p>
          </p:txBody>
        </p:sp>
        <p:pic>
          <p:nvPicPr>
            <p:cNvPr id="318" name="Picture 317">
              <a:extLst>
                <a:ext uri="{FF2B5EF4-FFF2-40B4-BE49-F238E27FC236}">
                  <a16:creationId xmlns:a16="http://schemas.microsoft.com/office/drawing/2014/main" id="{CB8A82FA-C525-4463-A1AE-F5B6FED22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125" b="99063" l="1875" r="98438">
                          <a14:foregroundMark x1="37500" y1="14688" x2="29688" y2="7813"/>
                          <a14:foregroundMark x1="29688" y1="7813" x2="27187" y2="13438"/>
                          <a14:foregroundMark x1="9063" y1="7187" x2="2188" y2="15000"/>
                          <a14:foregroundMark x1="2188" y1="15000" x2="2031" y2="16875"/>
                          <a14:foregroundMark x1="2969" y1="99063" x2="2813" y2="92500"/>
                          <a14:foregroundMark x1="46406" y1="8438" x2="54688" y2="5938"/>
                          <a14:foregroundMark x1="54688" y1="5938" x2="59375" y2="5938"/>
                          <a14:foregroundMark x1="37188" y1="4063" x2="25000" y2="5000"/>
                          <a14:foregroundMark x1="46719" y1="3125" x2="58750" y2="3125"/>
                          <a14:foregroundMark x1="69219" y1="3438" x2="77031" y2="3438"/>
                          <a14:foregroundMark x1="77031" y1="3438" x2="93438" y2="3438"/>
                          <a14:foregroundMark x1="93438" y1="3438" x2="98438" y2="10000"/>
                        </a14:backgroundRemoval>
                      </a14:imgEffect>
                      <a14:imgEffect>
                        <a14:sharpenSoften amount="50000"/>
                      </a14:imgEffect>
                      <a14:imgEffect>
                        <a14:colorTemperature colorTemp="47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432533" y="23041013"/>
              <a:ext cx="1018620" cy="509310"/>
            </a:xfrm>
            <a:prstGeom prst="rect">
              <a:avLst/>
            </a:prstGeom>
          </p:spPr>
        </p:pic>
      </p:grpSp>
      <p:sp>
        <p:nvSpPr>
          <p:cNvPr id="344" name="Rectangle: Single Corner Rounded 343">
            <a:extLst>
              <a:ext uri="{FF2B5EF4-FFF2-40B4-BE49-F238E27FC236}">
                <a16:creationId xmlns:a16="http://schemas.microsoft.com/office/drawing/2014/main" id="{852270D6-6462-4BDC-82CF-0D0F1B0B7DF1}"/>
              </a:ext>
            </a:extLst>
          </p:cNvPr>
          <p:cNvSpPr/>
          <p:nvPr/>
        </p:nvSpPr>
        <p:spPr>
          <a:xfrm rot="5400000">
            <a:off x="5981214" y="-5981214"/>
            <a:ext cx="4187608" cy="16173687"/>
          </a:xfrm>
          <a:prstGeom prst="round1Rect">
            <a:avLst>
              <a:gd name="adj" fmla="val 4410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1"/>
            <a:endParaRPr lang="en-GB" sz="5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0D50DD94-EBAB-4999-B075-26A13EA4CB3E}"/>
              </a:ext>
            </a:extLst>
          </p:cNvPr>
          <p:cNvSpPr/>
          <p:nvPr/>
        </p:nvSpPr>
        <p:spPr>
          <a:xfrm>
            <a:off x="5910561" y="7100463"/>
            <a:ext cx="3360140" cy="3580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07675F49-5034-4A4C-89FD-987F1297B2FC}"/>
              </a:ext>
            </a:extLst>
          </p:cNvPr>
          <p:cNvGrpSpPr/>
          <p:nvPr/>
        </p:nvGrpSpPr>
        <p:grpSpPr>
          <a:xfrm>
            <a:off x="6918110" y="7559466"/>
            <a:ext cx="1202223" cy="1202223"/>
            <a:chOff x="6918110" y="7272015"/>
            <a:chExt cx="1202223" cy="1202223"/>
          </a:xfrm>
        </p:grpSpPr>
        <p:sp>
          <p:nvSpPr>
            <p:cNvPr id="422" name="Rectangle 421">
              <a:extLst>
                <a:ext uri="{FF2B5EF4-FFF2-40B4-BE49-F238E27FC236}">
                  <a16:creationId xmlns:a16="http://schemas.microsoft.com/office/drawing/2014/main" id="{CBE64D38-F9C8-40F1-A954-BF5D94C7BB6A}"/>
                </a:ext>
              </a:extLst>
            </p:cNvPr>
            <p:cNvSpPr/>
            <p:nvPr/>
          </p:nvSpPr>
          <p:spPr>
            <a:xfrm>
              <a:off x="6918110" y="7272015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LoRa</a:t>
              </a:r>
            </a:p>
          </p:txBody>
        </p:sp>
        <p:pic>
          <p:nvPicPr>
            <p:cNvPr id="423" name="Picture 422">
              <a:extLst>
                <a:ext uri="{FF2B5EF4-FFF2-40B4-BE49-F238E27FC236}">
                  <a16:creationId xmlns:a16="http://schemas.microsoft.com/office/drawing/2014/main" id="{6B6901B0-A3E7-48E3-ADF2-6758AE398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</a:blip>
            <a:stretch>
              <a:fillRect/>
            </a:stretch>
          </p:blipFill>
          <p:spPr>
            <a:xfrm>
              <a:off x="7057234" y="7411139"/>
              <a:ext cx="923975" cy="923975"/>
            </a:xfrm>
            <a:prstGeom prst="rect">
              <a:avLst/>
            </a:prstGeom>
          </p:spPr>
        </p:pic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EA6A6CD-C51E-42B7-8B65-4CD94BA28757}"/>
              </a:ext>
            </a:extLst>
          </p:cNvPr>
          <p:cNvGrpSpPr/>
          <p:nvPr/>
        </p:nvGrpSpPr>
        <p:grpSpPr>
          <a:xfrm>
            <a:off x="6918110" y="9137522"/>
            <a:ext cx="1202223" cy="1202223"/>
            <a:chOff x="6918110" y="8840546"/>
            <a:chExt cx="1202223" cy="1202223"/>
          </a:xfrm>
        </p:grpSpPr>
        <p:sp>
          <p:nvSpPr>
            <p:cNvPr id="420" name="Rectangle 419">
              <a:extLst>
                <a:ext uri="{FF2B5EF4-FFF2-40B4-BE49-F238E27FC236}">
                  <a16:creationId xmlns:a16="http://schemas.microsoft.com/office/drawing/2014/main" id="{1BC34342-5BB1-44BF-8A1A-9D28C35C813B}"/>
                </a:ext>
              </a:extLst>
            </p:cNvPr>
            <p:cNvSpPr/>
            <p:nvPr/>
          </p:nvSpPr>
          <p:spPr>
            <a:xfrm>
              <a:off x="6918110" y="8840546"/>
              <a:ext cx="1202223" cy="12022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nRF</a:t>
              </a:r>
            </a:p>
          </p:txBody>
        </p:sp>
        <p:pic>
          <p:nvPicPr>
            <p:cNvPr id="316" name="Picture 315">
              <a:extLst>
                <a:ext uri="{FF2B5EF4-FFF2-40B4-BE49-F238E27FC236}">
                  <a16:creationId xmlns:a16="http://schemas.microsoft.com/office/drawing/2014/main" id="{84FBD774-12D6-4AD7-9755-15231E665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125" b="99063" l="1875" r="98438">
                          <a14:foregroundMark x1="37500" y1="14688" x2="29688" y2="7813"/>
                          <a14:foregroundMark x1="29688" y1="7813" x2="27187" y2="13438"/>
                          <a14:foregroundMark x1="9063" y1="7187" x2="2188" y2="15000"/>
                          <a14:foregroundMark x1="2188" y1="15000" x2="2031" y2="16875"/>
                          <a14:foregroundMark x1="2969" y1="99063" x2="2813" y2="92500"/>
                          <a14:foregroundMark x1="46406" y1="8438" x2="54688" y2="5938"/>
                          <a14:foregroundMark x1="54688" y1="5938" x2="59375" y2="5938"/>
                          <a14:foregroundMark x1="37188" y1="4063" x2="25000" y2="5000"/>
                          <a14:foregroundMark x1="46719" y1="3125" x2="58750" y2="3125"/>
                          <a14:foregroundMark x1="69219" y1="3438" x2="77031" y2="3438"/>
                          <a14:foregroundMark x1="77031" y1="3438" x2="93438" y2="3438"/>
                          <a14:foregroundMark x1="93438" y1="3438" x2="98438" y2="10000"/>
                        </a14:backgroundRemoval>
                      </a14:imgEffect>
                      <a14:imgEffect>
                        <a14:sharpenSoften amount="50000"/>
                      </a14:imgEffect>
                      <a14:imgEffect>
                        <a14:colorTemperature colorTemp="47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009911" y="9187002"/>
              <a:ext cx="1018620" cy="509310"/>
            </a:xfrm>
            <a:prstGeom prst="rect">
              <a:avLst/>
            </a:prstGeom>
          </p:spPr>
        </p:pic>
      </p:grp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2AA7CF8-98B9-43BE-8842-CB00FE0F6D10}"/>
              </a:ext>
            </a:extLst>
          </p:cNvPr>
          <p:cNvSpPr/>
          <p:nvPr/>
        </p:nvSpPr>
        <p:spPr>
          <a:xfrm>
            <a:off x="2114143" y="6041710"/>
            <a:ext cx="3575764" cy="46396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B02367F6-1300-40C8-B17D-4A7B65AFB763}"/>
              </a:ext>
            </a:extLst>
          </p:cNvPr>
          <p:cNvSpPr/>
          <p:nvPr/>
        </p:nvSpPr>
        <p:spPr>
          <a:xfrm>
            <a:off x="2114144" y="5692220"/>
            <a:ext cx="3575764" cy="503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600" b="1" dirty="0">
                <a:solidFill>
                  <a:schemeClr val="accent4">
                    <a:lumMod val="75000"/>
                  </a:schemeClr>
                </a:solidFill>
              </a:rPr>
              <a:t>Teleop Server</a:t>
            </a: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2B56AC0-EE14-4C07-8280-9E5774A19D3C}"/>
              </a:ext>
            </a:extLst>
          </p:cNvPr>
          <p:cNvSpPr/>
          <p:nvPr/>
        </p:nvSpPr>
        <p:spPr>
          <a:xfrm>
            <a:off x="19639345" y="5586460"/>
            <a:ext cx="10753858" cy="5979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600" b="1" dirty="0">
                <a:solidFill>
                  <a:schemeClr val="accent1"/>
                </a:solidFill>
              </a:rPr>
              <a:t>Drone Base Station</a:t>
            </a: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CC7E7995-8514-4E02-B4DC-288618D4FF97}"/>
              </a:ext>
            </a:extLst>
          </p:cNvPr>
          <p:cNvSpPr/>
          <p:nvPr/>
        </p:nvSpPr>
        <p:spPr>
          <a:xfrm>
            <a:off x="19359176" y="6115655"/>
            <a:ext cx="11034027" cy="20419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29BAC7AE-36BC-473A-9BC5-4A19F845D086}"/>
              </a:ext>
            </a:extLst>
          </p:cNvPr>
          <p:cNvSpPr/>
          <p:nvPr/>
        </p:nvSpPr>
        <p:spPr>
          <a:xfrm>
            <a:off x="19359176" y="3222021"/>
            <a:ext cx="3316643" cy="40331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77584E69-7FE8-4F9C-AA72-9EF1DE7CA7A8}"/>
              </a:ext>
            </a:extLst>
          </p:cNvPr>
          <p:cNvSpPr/>
          <p:nvPr/>
        </p:nvSpPr>
        <p:spPr>
          <a:xfrm>
            <a:off x="23430175" y="1268793"/>
            <a:ext cx="3036474" cy="181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F271722-1D79-4FDE-8CDD-4A2633874822}"/>
              </a:ext>
            </a:extLst>
          </p:cNvPr>
          <p:cNvGrpSpPr/>
          <p:nvPr/>
        </p:nvGrpSpPr>
        <p:grpSpPr>
          <a:xfrm>
            <a:off x="23765078" y="1593078"/>
            <a:ext cx="1202222" cy="1202224"/>
            <a:chOff x="23765078" y="1593078"/>
            <a:chExt cx="1202222" cy="1202224"/>
          </a:xfrm>
        </p:grpSpPr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4D0BAAD6-4962-4AAC-BC97-7D9C65EC1704}"/>
                </a:ext>
              </a:extLst>
            </p:cNvPr>
            <p:cNvSpPr/>
            <p:nvPr/>
          </p:nvSpPr>
          <p:spPr>
            <a:xfrm>
              <a:off x="23765078" y="1593078"/>
              <a:ext cx="1202222" cy="1202224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Control</a:t>
              </a:r>
            </a:p>
          </p:txBody>
        </p:sp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FA7117F5-5C3C-40FE-AF56-A197A5232F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9935" t="9935" r="9935" b="9935"/>
            <a:stretch/>
          </p:blipFill>
          <p:spPr>
            <a:xfrm>
              <a:off x="23889858" y="1717860"/>
              <a:ext cx="952662" cy="952660"/>
            </a:xfrm>
            <a:prstGeom prst="rect">
              <a:avLst/>
            </a:prstGeom>
          </p:spPr>
        </p:pic>
      </p:grp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1E507FE-3C45-402F-82E6-0DC34379A850}"/>
              </a:ext>
            </a:extLst>
          </p:cNvPr>
          <p:cNvSpPr/>
          <p:nvPr/>
        </p:nvSpPr>
        <p:spPr>
          <a:xfrm>
            <a:off x="23430175" y="3417064"/>
            <a:ext cx="3036474" cy="181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1215DC9-3C9B-4FE9-82A9-3B556977CF83}"/>
              </a:ext>
            </a:extLst>
          </p:cNvPr>
          <p:cNvGrpSpPr/>
          <p:nvPr/>
        </p:nvGrpSpPr>
        <p:grpSpPr>
          <a:xfrm>
            <a:off x="23763288" y="3788552"/>
            <a:ext cx="1202222" cy="1202224"/>
            <a:chOff x="23763288" y="3788552"/>
            <a:chExt cx="1202222" cy="1202224"/>
          </a:xfrm>
        </p:grpSpPr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27E742DD-DE2F-4107-9E60-0B90ACDC9A61}"/>
                </a:ext>
              </a:extLst>
            </p:cNvPr>
            <p:cNvSpPr/>
            <p:nvPr/>
          </p:nvSpPr>
          <p:spPr>
            <a:xfrm>
              <a:off x="23763288" y="3788552"/>
              <a:ext cx="1202222" cy="1202224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Android</a:t>
              </a:r>
            </a:p>
          </p:txBody>
        </p:sp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26429FA7-9DEF-4169-A081-268BE253C1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0560" t="15496" r="21134" b="15494"/>
            <a:stretch/>
          </p:blipFill>
          <p:spPr>
            <a:xfrm>
              <a:off x="23998383" y="3956453"/>
              <a:ext cx="732033" cy="866422"/>
            </a:xfrm>
            <a:prstGeom prst="rect">
              <a:avLst/>
            </a:prstGeom>
          </p:spPr>
        </p:pic>
      </p:grpSp>
      <p:sp>
        <p:nvSpPr>
          <p:cNvPr id="253" name="Rectangle 252">
            <a:extLst>
              <a:ext uri="{FF2B5EF4-FFF2-40B4-BE49-F238E27FC236}">
                <a16:creationId xmlns:a16="http://schemas.microsoft.com/office/drawing/2014/main" id="{94A1DE43-8BD7-4D81-AF90-F66EF1BA6617}"/>
              </a:ext>
            </a:extLst>
          </p:cNvPr>
          <p:cNvSpPr/>
          <p:nvPr/>
        </p:nvSpPr>
        <p:spPr>
          <a:xfrm>
            <a:off x="26921281" y="1268793"/>
            <a:ext cx="3471921" cy="1819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4AF5F00D-7018-446D-BBC5-7EDDD02B2C73}"/>
              </a:ext>
            </a:extLst>
          </p:cNvPr>
          <p:cNvGrpSpPr/>
          <p:nvPr/>
        </p:nvGrpSpPr>
        <p:grpSpPr>
          <a:xfrm>
            <a:off x="27256185" y="1599743"/>
            <a:ext cx="1202222" cy="1202224"/>
            <a:chOff x="9641257" y="3430247"/>
            <a:chExt cx="1202222" cy="1202224"/>
          </a:xfrm>
        </p:grpSpPr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84AD7E8C-C13C-4C45-904E-1619E5CF2A6A}"/>
                </a:ext>
              </a:extLst>
            </p:cNvPr>
            <p:cNvSpPr/>
            <p:nvPr/>
          </p:nvSpPr>
          <p:spPr>
            <a:xfrm>
              <a:off x="9641257" y="3430247"/>
              <a:ext cx="1202222" cy="1202224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DJI </a:t>
              </a:r>
            </a:p>
            <a:p>
              <a:r>
                <a:rPr lang="en-GB" sz="2800" b="1" dirty="0">
                  <a:solidFill>
                    <a:schemeClr val="tx1"/>
                  </a:solidFill>
                </a:rPr>
                <a:t>Mini 4</a:t>
              </a:r>
            </a:p>
            <a:p>
              <a:r>
                <a:rPr lang="en-GB" sz="2800" b="1" dirty="0">
                  <a:solidFill>
                    <a:schemeClr val="tx1"/>
                  </a:solidFill>
                </a:rPr>
                <a:t>Pro</a:t>
              </a:r>
            </a:p>
          </p:txBody>
        </p:sp>
        <p:pic>
          <p:nvPicPr>
            <p:cNvPr id="256" name="Picture 255">
              <a:extLst>
                <a:ext uri="{FF2B5EF4-FFF2-40B4-BE49-F238E27FC236}">
                  <a16:creationId xmlns:a16="http://schemas.microsoft.com/office/drawing/2014/main" id="{384D6733-51D5-4D2B-95E2-294A6D45E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39600" b="58700" l="22267" r="76400">
                          <a14:foregroundMark x1="25467" y1="46300" x2="25467" y2="46300"/>
                          <a14:foregroundMark x1="22533" y1="47500" x2="22533" y2="47500"/>
                          <a14:foregroundMark x1="49867" y1="43400" x2="49867" y2="43600"/>
                          <a14:foregroundMark x1="74800" y1="46500" x2="74800" y2="46500"/>
                          <a14:foregroundMark x1="76400" y1="48000" x2="76400" y2="48000"/>
                          <a14:backgroundMark x1="45733" y1="52200" x2="45733" y2="52200"/>
                          <a14:backgroundMark x1="53733" y1="52200" x2="53733" y2="52200"/>
                        </a14:backgroundRemoval>
                      </a14:imgEffect>
                    </a14:imgLayer>
                  </a14:imgProps>
                </a:ext>
              </a:extLst>
            </a:blip>
            <a:srcRect l="20249" t="37251" r="20092" b="38870"/>
            <a:stretch/>
          </p:blipFill>
          <p:spPr>
            <a:xfrm flipH="1">
              <a:off x="9710178" y="3754938"/>
              <a:ext cx="1064378" cy="568036"/>
            </a:xfrm>
            <a:prstGeom prst="rect">
              <a:avLst/>
            </a:prstGeom>
          </p:spPr>
        </p:pic>
      </p:grp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54148908-A2EF-497B-8780-1CE0DE1DE90A}"/>
              </a:ext>
            </a:extLst>
          </p:cNvPr>
          <p:cNvCxnSpPr>
            <a:cxnSpLocks/>
            <a:stCxn id="247" idx="2"/>
            <a:endCxn id="251" idx="0"/>
          </p:cNvCxnSpPr>
          <p:nvPr/>
        </p:nvCxnSpPr>
        <p:spPr>
          <a:xfrm flipH="1">
            <a:off x="24364399" y="2795302"/>
            <a:ext cx="1790" cy="993250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Arrow Connector 258">
            <a:extLst>
              <a:ext uri="{FF2B5EF4-FFF2-40B4-BE49-F238E27FC236}">
                <a16:creationId xmlns:a16="http://schemas.microsoft.com/office/drawing/2014/main" id="{C2E39912-8285-4EE3-B252-DF4A72E4771B}"/>
              </a:ext>
            </a:extLst>
          </p:cNvPr>
          <p:cNvCxnSpPr>
            <a:cxnSpLocks/>
            <a:stCxn id="255" idx="1"/>
            <a:endCxn id="247" idx="3"/>
          </p:cNvCxnSpPr>
          <p:nvPr/>
        </p:nvCxnSpPr>
        <p:spPr>
          <a:xfrm flipH="1" flipV="1">
            <a:off x="24967300" y="2194190"/>
            <a:ext cx="2288885" cy="6665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prstDash val="lgDash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F643447-3459-4668-B079-F7BA326C1938}"/>
              </a:ext>
            </a:extLst>
          </p:cNvPr>
          <p:cNvGrpSpPr/>
          <p:nvPr/>
        </p:nvGrpSpPr>
        <p:grpSpPr>
          <a:xfrm>
            <a:off x="23748411" y="6535223"/>
            <a:ext cx="1202222" cy="1202224"/>
            <a:chOff x="23748411" y="6535223"/>
            <a:chExt cx="1202222" cy="1202224"/>
          </a:xfrm>
        </p:grpSpPr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3A3A2C04-9FA6-4A04-9D4F-3F7EB589EC0D}"/>
                </a:ext>
              </a:extLst>
            </p:cNvPr>
            <p:cNvSpPr/>
            <p:nvPr/>
          </p:nvSpPr>
          <p:spPr>
            <a:xfrm>
              <a:off x="23748411" y="6535223"/>
              <a:ext cx="1202222" cy="12022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GPS</a:t>
              </a:r>
            </a:p>
          </p:txBody>
        </p:sp>
        <p:pic>
          <p:nvPicPr>
            <p:cNvPr id="242" name="Graphic 241">
              <a:extLst>
                <a:ext uri="{FF2B5EF4-FFF2-40B4-BE49-F238E27FC236}">
                  <a16:creationId xmlns:a16="http://schemas.microsoft.com/office/drawing/2014/main" id="{2320015D-F34F-4747-99C2-B183F16A91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840267" y="6627080"/>
              <a:ext cx="1018511" cy="1018511"/>
            </a:xfrm>
            <a:prstGeom prst="rect">
              <a:avLst/>
            </a:prstGeom>
          </p:spPr>
        </p:pic>
      </p:grp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016F546F-9EAA-4745-8BB4-9670791D6B22}"/>
              </a:ext>
            </a:extLst>
          </p:cNvPr>
          <p:cNvCxnSpPr>
            <a:cxnSpLocks/>
            <a:stCxn id="274" idx="2"/>
            <a:endCxn id="273" idx="0"/>
          </p:cNvCxnSpPr>
          <p:nvPr/>
        </p:nvCxnSpPr>
        <p:spPr>
          <a:xfrm>
            <a:off x="20376072" y="4959417"/>
            <a:ext cx="0" cy="1570453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A87F492-2988-47BC-8716-D62D33781A3E}"/>
              </a:ext>
            </a:extLst>
          </p:cNvPr>
          <p:cNvGrpSpPr/>
          <p:nvPr/>
        </p:nvGrpSpPr>
        <p:grpSpPr>
          <a:xfrm>
            <a:off x="27088754" y="6535223"/>
            <a:ext cx="1202222" cy="1202224"/>
            <a:chOff x="27088754" y="6535223"/>
            <a:chExt cx="1202222" cy="1202224"/>
          </a:xfrm>
        </p:grpSpPr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046709A4-7338-42EF-9C73-168482A34F94}"/>
                </a:ext>
              </a:extLst>
            </p:cNvPr>
            <p:cNvSpPr/>
            <p:nvPr/>
          </p:nvSpPr>
          <p:spPr>
            <a:xfrm>
              <a:off x="27088754" y="6535223"/>
              <a:ext cx="1202222" cy="1202224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Video</a:t>
              </a:r>
            </a:p>
          </p:txBody>
        </p:sp>
        <p:pic>
          <p:nvPicPr>
            <p:cNvPr id="272" name="Picture 271">
              <a:extLst>
                <a:ext uri="{FF2B5EF4-FFF2-40B4-BE49-F238E27FC236}">
                  <a16:creationId xmlns:a16="http://schemas.microsoft.com/office/drawing/2014/main" id="{160975E7-9B9B-4F1A-911F-8B886A228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7242835" y="6689305"/>
              <a:ext cx="894060" cy="894060"/>
            </a:xfrm>
            <a:prstGeom prst="rect">
              <a:avLst/>
            </a:prstGeom>
          </p:spPr>
        </p:pic>
      </p:grpSp>
      <p:sp>
        <p:nvSpPr>
          <p:cNvPr id="716" name="Rectangle 715">
            <a:extLst>
              <a:ext uri="{FF2B5EF4-FFF2-40B4-BE49-F238E27FC236}">
                <a16:creationId xmlns:a16="http://schemas.microsoft.com/office/drawing/2014/main" id="{832FB219-CC0C-415C-B187-AE1801E946EC}"/>
              </a:ext>
            </a:extLst>
          </p:cNvPr>
          <p:cNvSpPr/>
          <p:nvPr/>
        </p:nvSpPr>
        <p:spPr>
          <a:xfrm>
            <a:off x="29365123" y="19137753"/>
            <a:ext cx="3245376" cy="2036993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DBCE4021-F9E2-4C8C-A871-D60C0502CB7D}"/>
              </a:ext>
            </a:extLst>
          </p:cNvPr>
          <p:cNvSpPr/>
          <p:nvPr/>
        </p:nvSpPr>
        <p:spPr>
          <a:xfrm>
            <a:off x="12484263" y="15901964"/>
            <a:ext cx="3360140" cy="358091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C5EE58E-E3C6-4FC8-A585-25FB9367FD20}"/>
              </a:ext>
            </a:extLst>
          </p:cNvPr>
          <p:cNvGrpSpPr/>
          <p:nvPr/>
        </p:nvGrpSpPr>
        <p:grpSpPr>
          <a:xfrm>
            <a:off x="13491812" y="16360967"/>
            <a:ext cx="1202223" cy="1202223"/>
            <a:chOff x="13491812" y="16360967"/>
            <a:chExt cx="1202223" cy="1202223"/>
          </a:xfrm>
        </p:grpSpPr>
        <p:sp>
          <p:nvSpPr>
            <p:cNvPr id="637" name="Rectangle 636">
              <a:extLst>
                <a:ext uri="{FF2B5EF4-FFF2-40B4-BE49-F238E27FC236}">
                  <a16:creationId xmlns:a16="http://schemas.microsoft.com/office/drawing/2014/main" id="{F04C7DD8-7A05-4F23-A92D-315EBF8B420B}"/>
                </a:ext>
              </a:extLst>
            </p:cNvPr>
            <p:cNvSpPr/>
            <p:nvPr/>
          </p:nvSpPr>
          <p:spPr>
            <a:xfrm>
              <a:off x="13491812" y="16360967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LoRa</a:t>
              </a:r>
            </a:p>
          </p:txBody>
        </p:sp>
        <p:pic>
          <p:nvPicPr>
            <p:cNvPr id="623" name="Picture 622">
              <a:extLst>
                <a:ext uri="{FF2B5EF4-FFF2-40B4-BE49-F238E27FC236}">
                  <a16:creationId xmlns:a16="http://schemas.microsoft.com/office/drawing/2014/main" id="{7752A25B-86CF-485F-AE0E-2DA258819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75000"/>
            </a:blip>
            <a:stretch>
              <a:fillRect/>
            </a:stretch>
          </p:blipFill>
          <p:spPr>
            <a:xfrm>
              <a:off x="13630936" y="16500091"/>
              <a:ext cx="923975" cy="923975"/>
            </a:xfrm>
            <a:prstGeom prst="rect">
              <a:avLst/>
            </a:prstGeom>
          </p:spPr>
        </p:pic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1FAB5B72-450E-4639-8C19-0D1B2242935B}"/>
              </a:ext>
            </a:extLst>
          </p:cNvPr>
          <p:cNvGrpSpPr/>
          <p:nvPr/>
        </p:nvGrpSpPr>
        <p:grpSpPr>
          <a:xfrm>
            <a:off x="13491812" y="17939025"/>
            <a:ext cx="1202223" cy="1202223"/>
            <a:chOff x="13491812" y="17929498"/>
            <a:chExt cx="1202223" cy="1202223"/>
          </a:xfrm>
        </p:grpSpPr>
        <p:sp>
          <p:nvSpPr>
            <p:cNvPr id="638" name="Rectangle 637">
              <a:extLst>
                <a:ext uri="{FF2B5EF4-FFF2-40B4-BE49-F238E27FC236}">
                  <a16:creationId xmlns:a16="http://schemas.microsoft.com/office/drawing/2014/main" id="{189594B9-5EA8-4E31-894B-7A96EBFEECD5}"/>
                </a:ext>
              </a:extLst>
            </p:cNvPr>
            <p:cNvSpPr/>
            <p:nvPr/>
          </p:nvSpPr>
          <p:spPr>
            <a:xfrm>
              <a:off x="13491812" y="17929498"/>
              <a:ext cx="1202223" cy="12022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nRF</a:t>
              </a:r>
            </a:p>
          </p:txBody>
        </p:sp>
        <p:pic>
          <p:nvPicPr>
            <p:cNvPr id="317" name="Picture 316">
              <a:extLst>
                <a:ext uri="{FF2B5EF4-FFF2-40B4-BE49-F238E27FC236}">
                  <a16:creationId xmlns:a16="http://schemas.microsoft.com/office/drawing/2014/main" id="{716AF10D-EA89-4E8C-AFE1-1CD65DB0B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3125" b="99063" l="1875" r="98438">
                          <a14:foregroundMark x1="37500" y1="14688" x2="29688" y2="7813"/>
                          <a14:foregroundMark x1="29688" y1="7813" x2="27187" y2="13438"/>
                          <a14:foregroundMark x1="9063" y1="7187" x2="2188" y2="15000"/>
                          <a14:foregroundMark x1="2188" y1="15000" x2="2031" y2="16875"/>
                          <a14:foregroundMark x1="2969" y1="99063" x2="2813" y2="92500"/>
                          <a14:foregroundMark x1="46406" y1="8438" x2="54688" y2="5938"/>
                          <a14:foregroundMark x1="54688" y1="5938" x2="59375" y2="5938"/>
                          <a14:foregroundMark x1="37188" y1="4063" x2="25000" y2="5000"/>
                          <a14:foregroundMark x1="46719" y1="3125" x2="58750" y2="3125"/>
                          <a14:foregroundMark x1="69219" y1="3438" x2="77031" y2="3438"/>
                          <a14:foregroundMark x1="77031" y1="3438" x2="93438" y2="3438"/>
                          <a14:foregroundMark x1="93438" y1="3438" x2="98438" y2="10000"/>
                        </a14:backgroundRemoval>
                      </a14:imgEffect>
                      <a14:imgEffect>
                        <a14:sharpenSoften amount="50000"/>
                      </a14:imgEffect>
                      <a14:imgEffect>
                        <a14:colorTemperature colorTemp="4700"/>
                      </a14:imgEffect>
                      <a14:imgEffect>
                        <a14:saturation sat="40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583613" y="18275954"/>
              <a:ext cx="1018620" cy="509310"/>
            </a:xfrm>
            <a:prstGeom prst="rect">
              <a:avLst/>
            </a:prstGeom>
          </p:spPr>
        </p:pic>
      </p:grpSp>
      <p:sp>
        <p:nvSpPr>
          <p:cNvPr id="634" name="Rectangle 633">
            <a:extLst>
              <a:ext uri="{FF2B5EF4-FFF2-40B4-BE49-F238E27FC236}">
                <a16:creationId xmlns:a16="http://schemas.microsoft.com/office/drawing/2014/main" id="{5BB20099-6C50-4FB3-B4DF-CC1236C0353A}"/>
              </a:ext>
            </a:extLst>
          </p:cNvPr>
          <p:cNvSpPr/>
          <p:nvPr/>
        </p:nvSpPr>
        <p:spPr>
          <a:xfrm>
            <a:off x="732217" y="12809033"/>
            <a:ext cx="2822473" cy="1618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A9BA1658-32F1-423E-B3C5-4857B0BFB73E}"/>
              </a:ext>
            </a:extLst>
          </p:cNvPr>
          <p:cNvGrpSpPr/>
          <p:nvPr/>
        </p:nvGrpSpPr>
        <p:grpSpPr>
          <a:xfrm>
            <a:off x="915999" y="13017295"/>
            <a:ext cx="1202223" cy="1202223"/>
            <a:chOff x="915999" y="13017295"/>
            <a:chExt cx="1202223" cy="1202223"/>
          </a:xfrm>
        </p:grpSpPr>
        <p:sp>
          <p:nvSpPr>
            <p:cNvPr id="646" name="Rectangle 645">
              <a:extLst>
                <a:ext uri="{FF2B5EF4-FFF2-40B4-BE49-F238E27FC236}">
                  <a16:creationId xmlns:a16="http://schemas.microsoft.com/office/drawing/2014/main" id="{A67E8C88-D734-445C-BE28-48905124D2C8}"/>
                </a:ext>
              </a:extLst>
            </p:cNvPr>
            <p:cNvSpPr/>
            <p:nvPr/>
          </p:nvSpPr>
          <p:spPr>
            <a:xfrm>
              <a:off x="915999" y="13017295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Holybro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H-RTK</a:t>
              </a:r>
            </a:p>
          </p:txBody>
        </p:sp>
        <p:pic>
          <p:nvPicPr>
            <p:cNvPr id="258" name="Picture 257">
              <a:extLst>
                <a:ext uri="{FF2B5EF4-FFF2-40B4-BE49-F238E27FC236}">
                  <a16:creationId xmlns:a16="http://schemas.microsoft.com/office/drawing/2014/main" id="{3EE4D2AC-3CB1-4A86-96D0-E574D2F316C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>
              <a:clrChange>
                <a:clrFrom>
                  <a:srgbClr val="D6D6D6"/>
                </a:clrFrom>
                <a:clrTo>
                  <a:srgbClr val="D6D6D6">
                    <a:alpha val="0"/>
                  </a:srgbClr>
                </a:clrTo>
              </a:clrChange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artisticCutout/>
                      </a14:imgEffect>
                      <a14:imgEffect>
                        <a14:saturation sat="0"/>
                      </a14:imgEffect>
                      <a14:imgEffect>
                        <a14:brightnessContrast bright="-20000" contrast="20000"/>
                      </a14:imgEffect>
                    </a14:imgLayer>
                  </a14:imgProps>
                </a:ext>
              </a:extLst>
            </a:blip>
            <a:srcRect l="23276" r="24663"/>
            <a:stretch/>
          </p:blipFill>
          <p:spPr>
            <a:xfrm>
              <a:off x="1110026" y="13100589"/>
              <a:ext cx="814168" cy="1035634"/>
            </a:xfrm>
            <a:custGeom>
              <a:avLst/>
              <a:gdLst>
                <a:gd name="connsiteX0" fmla="*/ -1 w 2919153"/>
                <a:gd name="connsiteY0" fmla="*/ 0 h 1933158"/>
                <a:gd name="connsiteX1" fmla="*/ 2919152 w 2919153"/>
                <a:gd name="connsiteY1" fmla="*/ 0 h 1933158"/>
                <a:gd name="connsiteX2" fmla="*/ 2919152 w 2919153"/>
                <a:gd name="connsiteY2" fmla="*/ 1940931 h 1933158"/>
                <a:gd name="connsiteX3" fmla="*/ -1 w 2919153"/>
                <a:gd name="connsiteY3" fmla="*/ 1940931 h 193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9153" h="1933158">
                  <a:moveTo>
                    <a:pt x="-1" y="0"/>
                  </a:moveTo>
                  <a:lnTo>
                    <a:pt x="2919152" y="0"/>
                  </a:lnTo>
                  <a:lnTo>
                    <a:pt x="2919152" y="1940931"/>
                  </a:lnTo>
                  <a:lnTo>
                    <a:pt x="-1" y="1940931"/>
                  </a:lnTo>
                  <a:close/>
                </a:path>
              </a:pathLst>
            </a:custGeom>
            <a:ln/>
          </p:spPr>
        </p:pic>
      </p:grpSp>
      <p:sp>
        <p:nvSpPr>
          <p:cNvPr id="336" name="Rectangle 335">
            <a:extLst>
              <a:ext uri="{FF2B5EF4-FFF2-40B4-BE49-F238E27FC236}">
                <a16:creationId xmlns:a16="http://schemas.microsoft.com/office/drawing/2014/main" id="{57E262CB-F61E-4749-B9C4-FA29D235C4FD}"/>
              </a:ext>
            </a:extLst>
          </p:cNvPr>
          <p:cNvSpPr/>
          <p:nvPr/>
        </p:nvSpPr>
        <p:spPr>
          <a:xfrm>
            <a:off x="732217" y="18856485"/>
            <a:ext cx="2822473" cy="1618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 dirty="0"/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D626FF5C-6B1C-43B4-83D2-F11425BDFB2A}"/>
              </a:ext>
            </a:extLst>
          </p:cNvPr>
          <p:cNvGrpSpPr/>
          <p:nvPr/>
        </p:nvGrpSpPr>
        <p:grpSpPr>
          <a:xfrm>
            <a:off x="915999" y="19064754"/>
            <a:ext cx="1202223" cy="1202223"/>
            <a:chOff x="942859" y="19064754"/>
            <a:chExt cx="1202223" cy="1202223"/>
          </a:xfrm>
        </p:grpSpPr>
        <p:sp>
          <p:nvSpPr>
            <p:cNvPr id="647" name="Rectangle 646">
              <a:extLst>
                <a:ext uri="{FF2B5EF4-FFF2-40B4-BE49-F238E27FC236}">
                  <a16:creationId xmlns:a16="http://schemas.microsoft.com/office/drawing/2014/main" id="{39090679-9DA4-41F0-B41E-A56CA9E0E6AD}"/>
                </a:ext>
              </a:extLst>
            </p:cNvPr>
            <p:cNvSpPr/>
            <p:nvPr/>
          </p:nvSpPr>
          <p:spPr>
            <a:xfrm>
              <a:off x="942859" y="19064754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Robot</a:t>
              </a:r>
            </a:p>
            <a:p>
              <a:r>
                <a:rPr lang="en-GB" sz="2800" b="1" dirty="0">
                  <a:solidFill>
                    <a:schemeClr val="tx1"/>
                  </a:solidFill>
                </a:rPr>
                <a:t>Dog</a:t>
              </a:r>
              <a:endParaRPr lang="en-GB" sz="2800" b="1" dirty="0">
                <a:solidFill>
                  <a:schemeClr val="tx1"/>
                </a:solidFill>
                <a:ea typeface="Calibri"/>
                <a:cs typeface="Calibri"/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9448272-BA31-4610-89C1-41F48A8A3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76644" y="19198539"/>
              <a:ext cx="934653" cy="934653"/>
            </a:xfrm>
            <a:prstGeom prst="rect">
              <a:avLst/>
            </a:prstGeom>
          </p:spPr>
        </p:pic>
      </p:grp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032895BF-62C1-49A9-B5A7-93940C30B4BE}"/>
              </a:ext>
            </a:extLst>
          </p:cNvPr>
          <p:cNvCxnSpPr>
            <a:cxnSpLocks/>
            <a:stCxn id="557" idx="3"/>
            <a:endCxn id="570" idx="1"/>
          </p:cNvCxnSpPr>
          <p:nvPr/>
        </p:nvCxnSpPr>
        <p:spPr>
          <a:xfrm>
            <a:off x="18501922" y="21757889"/>
            <a:ext cx="2483830" cy="0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Connector: Elbow 558">
            <a:extLst>
              <a:ext uri="{FF2B5EF4-FFF2-40B4-BE49-F238E27FC236}">
                <a16:creationId xmlns:a16="http://schemas.microsoft.com/office/drawing/2014/main" id="{C89F6FBD-594E-4870-B0BA-9E37694999E9}"/>
              </a:ext>
            </a:extLst>
          </p:cNvPr>
          <p:cNvCxnSpPr>
            <a:cxnSpLocks/>
            <a:stCxn id="570" idx="1"/>
            <a:endCxn id="555" idx="3"/>
          </p:cNvCxnSpPr>
          <p:nvPr/>
        </p:nvCxnSpPr>
        <p:spPr>
          <a:xfrm rot="10800000" flipV="1">
            <a:off x="18542956" y="21757889"/>
            <a:ext cx="2442797" cy="1537780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6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BC1413D-640B-46B3-A2EE-B80A05B0553D}"/>
              </a:ext>
            </a:extLst>
          </p:cNvPr>
          <p:cNvSpPr/>
          <p:nvPr/>
        </p:nvSpPr>
        <p:spPr>
          <a:xfrm>
            <a:off x="33545216" y="24455630"/>
            <a:ext cx="7153729" cy="4725370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 dirty="0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426D2DD4-E9B7-4E58-9494-5BC5A8431376}"/>
              </a:ext>
            </a:extLst>
          </p:cNvPr>
          <p:cNvSpPr/>
          <p:nvPr/>
        </p:nvSpPr>
        <p:spPr>
          <a:xfrm>
            <a:off x="33545216" y="22461025"/>
            <a:ext cx="3214479" cy="2445106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cxnSp>
        <p:nvCxnSpPr>
          <p:cNvPr id="390" name="Straight Arrow Connector 389">
            <a:extLst>
              <a:ext uri="{FF2B5EF4-FFF2-40B4-BE49-F238E27FC236}">
                <a16:creationId xmlns:a16="http://schemas.microsoft.com/office/drawing/2014/main" id="{5717787B-D8E9-4EF5-9B2F-DAF57C8A33BB}"/>
              </a:ext>
            </a:extLst>
          </p:cNvPr>
          <p:cNvCxnSpPr>
            <a:cxnSpLocks/>
            <a:stCxn id="400" idx="0"/>
            <a:endCxn id="398" idx="2"/>
          </p:cNvCxnSpPr>
          <p:nvPr/>
        </p:nvCxnSpPr>
        <p:spPr>
          <a:xfrm flipV="1">
            <a:off x="37992021" y="26364206"/>
            <a:ext cx="0" cy="1100690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Straight Arrow Connector 390">
            <a:extLst>
              <a:ext uri="{FF2B5EF4-FFF2-40B4-BE49-F238E27FC236}">
                <a16:creationId xmlns:a16="http://schemas.microsoft.com/office/drawing/2014/main" id="{2F5BE5FE-82D8-45AB-8DE0-16722C29808C}"/>
              </a:ext>
            </a:extLst>
          </p:cNvPr>
          <p:cNvCxnSpPr>
            <a:cxnSpLocks/>
            <a:stCxn id="398" idx="1"/>
            <a:endCxn id="394" idx="3"/>
          </p:cNvCxnSpPr>
          <p:nvPr/>
        </p:nvCxnSpPr>
        <p:spPr>
          <a:xfrm flipH="1">
            <a:off x="35238693" y="25763095"/>
            <a:ext cx="2152217" cy="0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01B90D3A-D170-4B6C-A697-B73726A577CF}"/>
              </a:ext>
            </a:extLst>
          </p:cNvPr>
          <p:cNvCxnSpPr>
            <a:cxnSpLocks/>
            <a:stCxn id="395" idx="0"/>
            <a:endCxn id="394" idx="2"/>
          </p:cNvCxnSpPr>
          <p:nvPr/>
        </p:nvCxnSpPr>
        <p:spPr>
          <a:xfrm flipV="1">
            <a:off x="34637582" y="26364206"/>
            <a:ext cx="0" cy="1100690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EF6DFBB2-0BEC-443C-9257-B534601B4973}"/>
              </a:ext>
            </a:extLst>
          </p:cNvPr>
          <p:cNvCxnSpPr>
            <a:cxnSpLocks/>
            <a:stCxn id="394" idx="0"/>
            <a:endCxn id="396" idx="2"/>
          </p:cNvCxnSpPr>
          <p:nvPr/>
        </p:nvCxnSpPr>
        <p:spPr>
          <a:xfrm flipV="1">
            <a:off x="34637582" y="24061294"/>
            <a:ext cx="0" cy="1100690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Arrow Connector 400">
            <a:extLst>
              <a:ext uri="{FF2B5EF4-FFF2-40B4-BE49-F238E27FC236}">
                <a16:creationId xmlns:a16="http://schemas.microsoft.com/office/drawing/2014/main" id="{C19BD73F-50D0-4FE8-93D9-14F30D121654}"/>
              </a:ext>
            </a:extLst>
          </p:cNvPr>
          <p:cNvCxnSpPr>
            <a:cxnSpLocks/>
            <a:stCxn id="395" idx="3"/>
            <a:endCxn id="400" idx="1"/>
          </p:cNvCxnSpPr>
          <p:nvPr/>
        </p:nvCxnSpPr>
        <p:spPr>
          <a:xfrm>
            <a:off x="35238693" y="28066007"/>
            <a:ext cx="2152217" cy="0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78818-59CF-40E2-8B13-41CB63F91B93}"/>
              </a:ext>
            </a:extLst>
          </p:cNvPr>
          <p:cNvSpPr/>
          <p:nvPr/>
        </p:nvSpPr>
        <p:spPr>
          <a:xfrm>
            <a:off x="33545216" y="28806038"/>
            <a:ext cx="7153729" cy="597908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600" b="1" dirty="0">
                <a:solidFill>
                  <a:srgbClr val="7030A0"/>
                </a:solidFill>
              </a:rPr>
              <a:t>Natural-System Training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63BD6DF0-8E64-49E7-9525-D318C86B781E}"/>
              </a:ext>
            </a:extLst>
          </p:cNvPr>
          <p:cNvSpPr/>
          <p:nvPr/>
        </p:nvSpPr>
        <p:spPr>
          <a:xfrm>
            <a:off x="26673105" y="13224940"/>
            <a:ext cx="3568701" cy="4367013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931D6C0F-AC3F-4545-AFE8-106F3798F474}"/>
              </a:ext>
            </a:extLst>
          </p:cNvPr>
          <p:cNvSpPr/>
          <p:nvPr/>
        </p:nvSpPr>
        <p:spPr>
          <a:xfrm>
            <a:off x="23998707" y="15658280"/>
            <a:ext cx="10070289" cy="1933673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cxnSp>
        <p:nvCxnSpPr>
          <p:cNvPr id="409" name="Straight Arrow Connector 408">
            <a:extLst>
              <a:ext uri="{FF2B5EF4-FFF2-40B4-BE49-F238E27FC236}">
                <a16:creationId xmlns:a16="http://schemas.microsoft.com/office/drawing/2014/main" id="{133EE412-9623-4FF3-A58C-565794DF2358}"/>
              </a:ext>
            </a:extLst>
          </p:cNvPr>
          <p:cNvCxnSpPr>
            <a:cxnSpLocks/>
            <a:stCxn id="408" idx="3"/>
            <a:endCxn id="407" idx="1"/>
          </p:cNvCxnSpPr>
          <p:nvPr/>
        </p:nvCxnSpPr>
        <p:spPr>
          <a:xfrm>
            <a:off x="28496054" y="16734683"/>
            <a:ext cx="2019508" cy="20779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89257EFF-6B64-4079-AE85-96A323AF39C6}"/>
              </a:ext>
            </a:extLst>
          </p:cNvPr>
          <p:cNvCxnSpPr>
            <a:cxnSpLocks/>
            <a:stCxn id="410" idx="3"/>
            <a:endCxn id="408" idx="1"/>
          </p:cNvCxnSpPr>
          <p:nvPr/>
        </p:nvCxnSpPr>
        <p:spPr>
          <a:xfrm>
            <a:off x="25667903" y="16734683"/>
            <a:ext cx="1625929" cy="0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Straight Arrow Connector 412">
            <a:extLst>
              <a:ext uri="{FF2B5EF4-FFF2-40B4-BE49-F238E27FC236}">
                <a16:creationId xmlns:a16="http://schemas.microsoft.com/office/drawing/2014/main" id="{01255F3A-B199-46DC-9F7E-A78BC74A1136}"/>
              </a:ext>
            </a:extLst>
          </p:cNvPr>
          <p:cNvCxnSpPr>
            <a:cxnSpLocks/>
            <a:stCxn id="412" idx="2"/>
            <a:endCxn id="408" idx="0"/>
          </p:cNvCxnSpPr>
          <p:nvPr/>
        </p:nvCxnSpPr>
        <p:spPr>
          <a:xfrm>
            <a:off x="27894943" y="15014245"/>
            <a:ext cx="0" cy="1119327"/>
          </a:xfrm>
          <a:prstGeom prst="straightConnector1">
            <a:avLst/>
          </a:prstGeom>
          <a:ln w="76200">
            <a:solidFill>
              <a:srgbClr val="7030A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Rectangle 267">
            <a:extLst>
              <a:ext uri="{FF2B5EF4-FFF2-40B4-BE49-F238E27FC236}">
                <a16:creationId xmlns:a16="http://schemas.microsoft.com/office/drawing/2014/main" id="{B30B4034-90AF-4045-8075-CE335B6ABFBC}"/>
              </a:ext>
            </a:extLst>
          </p:cNvPr>
          <p:cNvSpPr/>
          <p:nvPr/>
        </p:nvSpPr>
        <p:spPr>
          <a:xfrm>
            <a:off x="23998711" y="17414462"/>
            <a:ext cx="10070285" cy="597908"/>
          </a:xfrm>
          <a:prstGeom prst="rect">
            <a:avLst/>
          </a:prstGeom>
          <a:solidFill>
            <a:srgbClr val="E9DB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600" b="1" dirty="0">
                <a:solidFill>
                  <a:srgbClr val="7030A0"/>
                </a:solidFill>
              </a:rPr>
              <a:t>Full System Simulation</a:t>
            </a:r>
          </a:p>
        </p:txBody>
      </p:sp>
      <p:cxnSp>
        <p:nvCxnSpPr>
          <p:cNvPr id="312" name="Connector: Elbow 311">
            <a:extLst>
              <a:ext uri="{FF2B5EF4-FFF2-40B4-BE49-F238E27FC236}">
                <a16:creationId xmlns:a16="http://schemas.microsoft.com/office/drawing/2014/main" id="{7CF5EEB6-2419-41B8-ADF7-0855954F2C8E}"/>
              </a:ext>
            </a:extLst>
          </p:cNvPr>
          <p:cNvCxnSpPr>
            <a:cxnSpLocks/>
            <a:stCxn id="717" idx="1"/>
            <a:endCxn id="408" idx="2"/>
          </p:cNvCxnSpPr>
          <p:nvPr/>
        </p:nvCxnSpPr>
        <p:spPr>
          <a:xfrm rot="10800000">
            <a:off x="27894944" y="17335794"/>
            <a:ext cx="1810775" cy="2793320"/>
          </a:xfrm>
          <a:prstGeom prst="bentConnector2">
            <a:avLst/>
          </a:prstGeom>
          <a:ln w="114300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: Elbow 217">
            <a:extLst>
              <a:ext uri="{FF2B5EF4-FFF2-40B4-BE49-F238E27FC236}">
                <a16:creationId xmlns:a16="http://schemas.microsoft.com/office/drawing/2014/main" id="{E2E10851-708A-45CC-BD72-30035BA68C9E}"/>
              </a:ext>
            </a:extLst>
          </p:cNvPr>
          <p:cNvCxnSpPr>
            <a:cxnSpLocks/>
            <a:stCxn id="570" idx="0"/>
            <a:endCxn id="410" idx="2"/>
          </p:cNvCxnSpPr>
          <p:nvPr/>
        </p:nvCxnSpPr>
        <p:spPr>
          <a:xfrm rot="5400000" flipH="1" flipV="1">
            <a:off x="21416335" y="17506322"/>
            <a:ext cx="3820984" cy="3479929"/>
          </a:xfrm>
          <a:prstGeom prst="bentConnector3">
            <a:avLst>
              <a:gd name="adj1" fmla="val 28385"/>
            </a:avLst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AE117A4C-991F-499A-ABD5-A477D0989DFA}"/>
              </a:ext>
            </a:extLst>
          </p:cNvPr>
          <p:cNvGrpSpPr/>
          <p:nvPr/>
        </p:nvGrpSpPr>
        <p:grpSpPr>
          <a:xfrm>
            <a:off x="28721669" y="9160148"/>
            <a:ext cx="11797322" cy="5126647"/>
            <a:chOff x="16263106" y="3881786"/>
            <a:chExt cx="11797322" cy="5126647"/>
          </a:xfrm>
        </p:grpSpPr>
        <p:sp>
          <p:nvSpPr>
            <p:cNvPr id="416" name="Rectangle 415">
              <a:extLst>
                <a:ext uri="{FF2B5EF4-FFF2-40B4-BE49-F238E27FC236}">
                  <a16:creationId xmlns:a16="http://schemas.microsoft.com/office/drawing/2014/main" id="{4373B1F8-86B2-4CB4-9426-79822CD497CB}"/>
                </a:ext>
              </a:extLst>
            </p:cNvPr>
            <p:cNvSpPr/>
            <p:nvPr/>
          </p:nvSpPr>
          <p:spPr>
            <a:xfrm>
              <a:off x="16263106" y="3881786"/>
              <a:ext cx="8218665" cy="269517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/>
            </a:p>
          </p:txBody>
        </p:sp>
        <p:sp>
          <p:nvSpPr>
            <p:cNvPr id="387" name="Rectangle 386">
              <a:extLst>
                <a:ext uri="{FF2B5EF4-FFF2-40B4-BE49-F238E27FC236}">
                  <a16:creationId xmlns:a16="http://schemas.microsoft.com/office/drawing/2014/main" id="{B3BA2981-8400-46A4-BAD5-36DB22878C24}"/>
                </a:ext>
              </a:extLst>
            </p:cNvPr>
            <p:cNvSpPr/>
            <p:nvPr/>
          </p:nvSpPr>
          <p:spPr>
            <a:xfrm>
              <a:off x="19783455" y="6385104"/>
              <a:ext cx="8276973" cy="262332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/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95E8D689-FC3D-42D9-8D31-00617D6E7BE4}"/>
                </a:ext>
              </a:extLst>
            </p:cNvPr>
            <p:cNvSpPr/>
            <p:nvPr/>
          </p:nvSpPr>
          <p:spPr>
            <a:xfrm>
              <a:off x="17045664" y="3920593"/>
              <a:ext cx="7388975" cy="59790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GB" sz="3600" b="1" dirty="0">
                  <a:solidFill>
                    <a:schemeClr val="accent2"/>
                  </a:solidFill>
                </a:rPr>
                <a:t>Computer Vision Server</a:t>
              </a:r>
            </a:p>
          </p:txBody>
        </p:sp>
      </p:grpSp>
      <p:cxnSp>
        <p:nvCxnSpPr>
          <p:cNvPr id="300" name="Straight Arrow Connector 299">
            <a:extLst>
              <a:ext uri="{FF2B5EF4-FFF2-40B4-BE49-F238E27FC236}">
                <a16:creationId xmlns:a16="http://schemas.microsoft.com/office/drawing/2014/main" id="{059AD766-378A-451D-9F3C-7D811A32A894}"/>
              </a:ext>
            </a:extLst>
          </p:cNvPr>
          <p:cNvCxnSpPr>
            <a:cxnSpLocks/>
            <a:stCxn id="833" idx="3"/>
            <a:endCxn id="832" idx="1"/>
          </p:cNvCxnSpPr>
          <p:nvPr/>
        </p:nvCxnSpPr>
        <p:spPr>
          <a:xfrm flipV="1">
            <a:off x="30612165" y="10634610"/>
            <a:ext cx="2413992" cy="1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Arrow Connector 301">
            <a:extLst>
              <a:ext uri="{FF2B5EF4-FFF2-40B4-BE49-F238E27FC236}">
                <a16:creationId xmlns:a16="http://schemas.microsoft.com/office/drawing/2014/main" id="{66833FFD-0EA1-484C-9A91-2A26F901042A}"/>
              </a:ext>
            </a:extLst>
          </p:cNvPr>
          <p:cNvCxnSpPr>
            <a:cxnSpLocks/>
            <a:stCxn id="834" idx="3"/>
            <a:endCxn id="836" idx="1"/>
          </p:cNvCxnSpPr>
          <p:nvPr/>
        </p:nvCxnSpPr>
        <p:spPr>
          <a:xfrm>
            <a:off x="34228379" y="13025146"/>
            <a:ext cx="2413993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791A50E2-8805-4FC2-AD8C-03A58ED99096}"/>
              </a:ext>
            </a:extLst>
          </p:cNvPr>
          <p:cNvCxnSpPr>
            <a:cxnSpLocks/>
            <a:stCxn id="832" idx="2"/>
            <a:endCxn id="834" idx="0"/>
          </p:cNvCxnSpPr>
          <p:nvPr/>
        </p:nvCxnSpPr>
        <p:spPr>
          <a:xfrm>
            <a:off x="33627268" y="11235721"/>
            <a:ext cx="0" cy="1188314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: Elbow 314">
            <a:extLst>
              <a:ext uri="{FF2B5EF4-FFF2-40B4-BE49-F238E27FC236}">
                <a16:creationId xmlns:a16="http://schemas.microsoft.com/office/drawing/2014/main" id="{2C2F65D8-FCF0-4C96-89B9-FBA16D25AC76}"/>
              </a:ext>
            </a:extLst>
          </p:cNvPr>
          <p:cNvCxnSpPr>
            <a:cxnSpLocks/>
            <a:stCxn id="273" idx="2"/>
            <a:endCxn id="412" idx="0"/>
          </p:cNvCxnSpPr>
          <p:nvPr/>
        </p:nvCxnSpPr>
        <p:spPr>
          <a:xfrm rot="16200000" flipH="1">
            <a:off x="21095543" y="7012622"/>
            <a:ext cx="6079929" cy="7518871"/>
          </a:xfrm>
          <a:prstGeom prst="bentConnector3">
            <a:avLst>
              <a:gd name="adj1" fmla="val 33505"/>
            </a:avLst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: Elbow 275">
            <a:extLst>
              <a:ext uri="{FF2B5EF4-FFF2-40B4-BE49-F238E27FC236}">
                <a16:creationId xmlns:a16="http://schemas.microsoft.com/office/drawing/2014/main" id="{C28C9E8D-C34E-4C74-AF19-FF6ADF47F93B}"/>
              </a:ext>
            </a:extLst>
          </p:cNvPr>
          <p:cNvCxnSpPr>
            <a:cxnSpLocks/>
            <a:stCxn id="360" idx="1"/>
            <a:endCxn id="711" idx="2"/>
          </p:cNvCxnSpPr>
          <p:nvPr/>
        </p:nvCxnSpPr>
        <p:spPr>
          <a:xfrm rot="10800000">
            <a:off x="30531396" y="27292826"/>
            <a:ext cx="4054496" cy="2575224"/>
          </a:xfrm>
          <a:prstGeom prst="bentConnector2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177B783F-7648-4667-B534-95328045B235}"/>
              </a:ext>
            </a:extLst>
          </p:cNvPr>
          <p:cNvCxnSpPr>
            <a:cxnSpLocks/>
            <a:stCxn id="396" idx="0"/>
            <a:endCxn id="717" idx="2"/>
          </p:cNvCxnSpPr>
          <p:nvPr/>
        </p:nvCxnSpPr>
        <p:spPr>
          <a:xfrm rot="16200000" flipV="1">
            <a:off x="31407783" y="19629273"/>
            <a:ext cx="2128847" cy="4330752"/>
          </a:xfrm>
          <a:prstGeom prst="bentConnector3">
            <a:avLst>
              <a:gd name="adj1" fmla="val 50000"/>
            </a:avLst>
          </a:prstGeom>
          <a:ln w="114300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: Elbow 313">
            <a:extLst>
              <a:ext uri="{FF2B5EF4-FFF2-40B4-BE49-F238E27FC236}">
                <a16:creationId xmlns:a16="http://schemas.microsoft.com/office/drawing/2014/main" id="{B5525356-6B7B-478C-BED1-2FB35E7B8270}"/>
              </a:ext>
            </a:extLst>
          </p:cNvPr>
          <p:cNvCxnSpPr>
            <a:cxnSpLocks/>
            <a:stCxn id="717" idx="1"/>
            <a:endCxn id="744" idx="0"/>
          </p:cNvCxnSpPr>
          <p:nvPr/>
        </p:nvCxnSpPr>
        <p:spPr>
          <a:xfrm rot="10800000" flipV="1">
            <a:off x="27548498" y="20129114"/>
            <a:ext cx="2157220" cy="3565870"/>
          </a:xfrm>
          <a:prstGeom prst="bentConnector2">
            <a:avLst/>
          </a:prstGeom>
          <a:ln w="114300">
            <a:solidFill>
              <a:srgbClr val="7030A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89FBDD44-8488-49B6-9457-4DE9D7580FE8}"/>
              </a:ext>
            </a:extLst>
          </p:cNvPr>
          <p:cNvGrpSpPr/>
          <p:nvPr/>
        </p:nvGrpSpPr>
        <p:grpSpPr>
          <a:xfrm>
            <a:off x="932660" y="21242458"/>
            <a:ext cx="6871315" cy="6894965"/>
            <a:chOff x="1278262" y="22251101"/>
            <a:chExt cx="6871315" cy="6894965"/>
          </a:xfrm>
        </p:grpSpPr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6315A8D0-E85B-4759-9C6D-77A097A3065E}"/>
                </a:ext>
              </a:extLst>
            </p:cNvPr>
            <p:cNvSpPr/>
            <p:nvPr/>
          </p:nvSpPr>
          <p:spPr>
            <a:xfrm>
              <a:off x="1278262" y="22251101"/>
              <a:ext cx="6871315" cy="689496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/>
            </a:p>
          </p:txBody>
        </p: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EECC512D-31AF-429F-AE07-C4F0C38F482B}"/>
                </a:ext>
              </a:extLst>
            </p:cNvPr>
            <p:cNvGrpSpPr/>
            <p:nvPr/>
          </p:nvGrpSpPr>
          <p:grpSpPr>
            <a:xfrm>
              <a:off x="1612566" y="22513431"/>
              <a:ext cx="6530222" cy="6064953"/>
              <a:chOff x="13844889" y="22853511"/>
              <a:chExt cx="6530222" cy="6064953"/>
            </a:xfrm>
          </p:grpSpPr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DCDF3F25-3F6B-4D56-A2F6-87DAE18F7B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3844889" y="25712724"/>
                <a:ext cx="3211068" cy="3205740"/>
              </a:xfrm>
              <a:custGeom>
                <a:avLst/>
                <a:gdLst>
                  <a:gd name="connsiteX0" fmla="*/ 0 w 3211068"/>
                  <a:gd name="connsiteY0" fmla="*/ 0 h 3205739"/>
                  <a:gd name="connsiteX1" fmla="*/ 3211069 w 3211068"/>
                  <a:gd name="connsiteY1" fmla="*/ 0 h 3205739"/>
                  <a:gd name="connsiteX2" fmla="*/ 3211069 w 3211068"/>
                  <a:gd name="connsiteY2" fmla="*/ 3205740 h 3205739"/>
                  <a:gd name="connsiteX3" fmla="*/ 0 w 3211068"/>
                  <a:gd name="connsiteY3" fmla="*/ 3205740 h 320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1068" h="3205739">
                    <a:moveTo>
                      <a:pt x="0" y="0"/>
                    </a:moveTo>
                    <a:lnTo>
                      <a:pt x="3211069" y="0"/>
                    </a:lnTo>
                    <a:lnTo>
                      <a:pt x="3211069" y="3205740"/>
                    </a:lnTo>
                    <a:lnTo>
                      <a:pt x="0" y="3205740"/>
                    </a:lnTo>
                    <a:close/>
                  </a:path>
                </a:pathLst>
              </a:custGeom>
              <a:ln/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1CB8B83D-288B-4351-82E6-DABC3628E3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5930822" y="24796399"/>
                <a:ext cx="2666160" cy="1991444"/>
              </a:xfrm>
              <a:custGeom>
                <a:avLst/>
                <a:gdLst>
                  <a:gd name="connsiteX0" fmla="*/ 0 w 2666159"/>
                  <a:gd name="connsiteY0" fmla="*/ 0 h 1991444"/>
                  <a:gd name="connsiteX1" fmla="*/ 2666160 w 2666159"/>
                  <a:gd name="connsiteY1" fmla="*/ 0 h 1991444"/>
                  <a:gd name="connsiteX2" fmla="*/ 2666160 w 2666159"/>
                  <a:gd name="connsiteY2" fmla="*/ 1993484 h 1991444"/>
                  <a:gd name="connsiteX3" fmla="*/ 0 w 2666159"/>
                  <a:gd name="connsiteY3" fmla="*/ 1993484 h 199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66159" h="1991444">
                    <a:moveTo>
                      <a:pt x="0" y="0"/>
                    </a:moveTo>
                    <a:lnTo>
                      <a:pt x="2666160" y="0"/>
                    </a:lnTo>
                    <a:lnTo>
                      <a:pt x="2666160" y="1993484"/>
                    </a:lnTo>
                    <a:lnTo>
                      <a:pt x="0" y="1993484"/>
                    </a:lnTo>
                    <a:close/>
                  </a:path>
                </a:pathLst>
              </a:custGeom>
              <a:ln/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160F5AB9-CC43-4120-B2DD-EE9C01C1E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3878567" y="22853511"/>
                <a:ext cx="2919153" cy="1933158"/>
              </a:xfrm>
              <a:custGeom>
                <a:avLst/>
                <a:gdLst>
                  <a:gd name="connsiteX0" fmla="*/ -1 w 2919153"/>
                  <a:gd name="connsiteY0" fmla="*/ 0 h 1933158"/>
                  <a:gd name="connsiteX1" fmla="*/ 2919152 w 2919153"/>
                  <a:gd name="connsiteY1" fmla="*/ 0 h 1933158"/>
                  <a:gd name="connsiteX2" fmla="*/ 2919152 w 2919153"/>
                  <a:gd name="connsiteY2" fmla="*/ 1940931 h 1933158"/>
                  <a:gd name="connsiteX3" fmla="*/ -1 w 2919153"/>
                  <a:gd name="connsiteY3" fmla="*/ 1940931 h 1933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19153" h="1933158">
                    <a:moveTo>
                      <a:pt x="-1" y="0"/>
                    </a:moveTo>
                    <a:lnTo>
                      <a:pt x="2919152" y="0"/>
                    </a:lnTo>
                    <a:lnTo>
                      <a:pt x="2919152" y="1940931"/>
                    </a:lnTo>
                    <a:lnTo>
                      <a:pt x="-1" y="1940931"/>
                    </a:lnTo>
                    <a:close/>
                  </a:path>
                </a:pathLst>
              </a:custGeom>
              <a:ln/>
            </p:spPr>
          </p:pic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710617DA-2760-47E2-BEF7-4E90A467B0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8621379" y="24509421"/>
                <a:ext cx="1753732" cy="1242519"/>
              </a:xfrm>
              <a:custGeom>
                <a:avLst/>
                <a:gdLst>
                  <a:gd name="connsiteX0" fmla="*/ -1 w 1508229"/>
                  <a:gd name="connsiteY0" fmla="*/ 0 h 1068579"/>
                  <a:gd name="connsiteX1" fmla="*/ 1514747 w 1508229"/>
                  <a:gd name="connsiteY1" fmla="*/ 0 h 1068579"/>
                  <a:gd name="connsiteX2" fmla="*/ 1514747 w 1508229"/>
                  <a:gd name="connsiteY2" fmla="*/ 1068580 h 1068579"/>
                  <a:gd name="connsiteX3" fmla="*/ -1 w 1508229"/>
                  <a:gd name="connsiteY3" fmla="*/ 1068580 h 106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8229" h="1068579">
                    <a:moveTo>
                      <a:pt x="-1" y="0"/>
                    </a:moveTo>
                    <a:lnTo>
                      <a:pt x="1514747" y="0"/>
                    </a:lnTo>
                    <a:lnTo>
                      <a:pt x="1514747" y="1068580"/>
                    </a:lnTo>
                    <a:lnTo>
                      <a:pt x="-1" y="1068580"/>
                    </a:lnTo>
                    <a:close/>
                  </a:path>
                </a:pathLst>
              </a:custGeom>
              <a:ln/>
            </p:spPr>
          </p:pic>
          <p:pic>
            <p:nvPicPr>
              <p:cNvPr id="201" name="Picture 200">
                <a:extLst>
                  <a:ext uri="{FF2B5EF4-FFF2-40B4-BE49-F238E27FC236}">
                    <a16:creationId xmlns:a16="http://schemas.microsoft.com/office/drawing/2014/main" id="{EEB5AEDE-131A-4004-91A1-B4C4E4693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8460315" y="23961489"/>
                <a:ext cx="994830" cy="595906"/>
              </a:xfrm>
              <a:custGeom>
                <a:avLst/>
                <a:gdLst>
                  <a:gd name="connsiteX0" fmla="*/ 0 w 1167661"/>
                  <a:gd name="connsiteY0" fmla="*/ 0 h 699434"/>
                  <a:gd name="connsiteX1" fmla="*/ 1172527 w 1167661"/>
                  <a:gd name="connsiteY1" fmla="*/ 0 h 699434"/>
                  <a:gd name="connsiteX2" fmla="*/ 1172527 w 1167661"/>
                  <a:gd name="connsiteY2" fmla="*/ 704680 h 699434"/>
                  <a:gd name="connsiteX3" fmla="*/ 0 w 1167661"/>
                  <a:gd name="connsiteY3" fmla="*/ 704680 h 69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67661" h="699434">
                    <a:moveTo>
                      <a:pt x="0" y="0"/>
                    </a:moveTo>
                    <a:lnTo>
                      <a:pt x="1172527" y="0"/>
                    </a:lnTo>
                    <a:lnTo>
                      <a:pt x="1172527" y="704680"/>
                    </a:lnTo>
                    <a:lnTo>
                      <a:pt x="0" y="704680"/>
                    </a:lnTo>
                    <a:close/>
                  </a:path>
                </a:pathLst>
              </a:custGeom>
              <a:ln/>
            </p:spPr>
          </p:pic>
          <p:pic>
            <p:nvPicPr>
              <p:cNvPr id="202" name="Graphic 201">
                <a:extLst>
                  <a:ext uri="{FF2B5EF4-FFF2-40B4-BE49-F238E27FC236}">
                    <a16:creationId xmlns:a16="http://schemas.microsoft.com/office/drawing/2014/main" id="{71F1C384-7E57-4B9D-9392-88D97AC4C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7925313" y="24692993"/>
                <a:ext cx="924662" cy="443838"/>
              </a:xfrm>
              <a:prstGeom prst="rect">
                <a:avLst/>
              </a:prstGeom>
            </p:spPr>
          </p:pic>
          <p:pic>
            <p:nvPicPr>
              <p:cNvPr id="203" name="Graphic 202">
                <a:extLst>
                  <a:ext uri="{FF2B5EF4-FFF2-40B4-BE49-F238E27FC236}">
                    <a16:creationId xmlns:a16="http://schemas.microsoft.com/office/drawing/2014/main" id="{B62DECE6-7A26-4BC1-BDE4-7D4613415A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5626491" y="24636497"/>
                <a:ext cx="924662" cy="443838"/>
              </a:xfrm>
              <a:prstGeom prst="rect">
                <a:avLst/>
              </a:prstGeom>
            </p:spPr>
          </p:pic>
          <p:pic>
            <p:nvPicPr>
              <p:cNvPr id="204" name="Graphic 203">
                <a:extLst>
                  <a:ext uri="{FF2B5EF4-FFF2-40B4-BE49-F238E27FC236}">
                    <a16:creationId xmlns:a16="http://schemas.microsoft.com/office/drawing/2014/main" id="{DF7AD73B-BA36-4C74-8773-C6BEDA4CD0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6652103" y="26603220"/>
                <a:ext cx="727874" cy="727874"/>
              </a:xfrm>
              <a:prstGeom prst="rect">
                <a:avLst/>
              </a:prstGeom>
            </p:spPr>
          </p:pic>
        </p:grpSp>
        <p:pic>
          <p:nvPicPr>
            <p:cNvPr id="484" name="Graphic 483">
              <a:extLst>
                <a:ext uri="{FF2B5EF4-FFF2-40B4-BE49-F238E27FC236}">
                  <a16:creationId xmlns:a16="http://schemas.microsoft.com/office/drawing/2014/main" id="{6511F5B7-A054-4CA3-AC34-8B6B2392B0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419780" y="28271195"/>
              <a:ext cx="3144091" cy="707511"/>
            </a:xfrm>
            <a:prstGeom prst="rect">
              <a:avLst/>
            </a:prstGeom>
          </p:spPr>
        </p:pic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08ED5BF3-B6D0-49E6-987A-F50B8D356CA7}"/>
              </a:ext>
            </a:extLst>
          </p:cNvPr>
          <p:cNvGrpSpPr/>
          <p:nvPr/>
        </p:nvGrpSpPr>
        <p:grpSpPr>
          <a:xfrm>
            <a:off x="9232771" y="20628648"/>
            <a:ext cx="7002181" cy="6894965"/>
            <a:chOff x="9596627" y="20086432"/>
            <a:chExt cx="7002181" cy="6894965"/>
          </a:xfrm>
        </p:grpSpPr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75214369-23DA-4116-ABB1-8C8B1BF9510E}"/>
                </a:ext>
              </a:extLst>
            </p:cNvPr>
            <p:cNvGrpSpPr/>
            <p:nvPr/>
          </p:nvGrpSpPr>
          <p:grpSpPr>
            <a:xfrm>
              <a:off x="9596627" y="20086432"/>
              <a:ext cx="7002181" cy="6894965"/>
              <a:chOff x="4811354" y="22918284"/>
              <a:chExt cx="7002181" cy="6894965"/>
            </a:xfrm>
          </p:grpSpPr>
          <p:sp>
            <p:nvSpPr>
              <p:cNvPr id="206" name="Rectangle: Rounded Corners 205">
                <a:extLst>
                  <a:ext uri="{FF2B5EF4-FFF2-40B4-BE49-F238E27FC236}">
                    <a16:creationId xmlns:a16="http://schemas.microsoft.com/office/drawing/2014/main" id="{E233F147-EFFC-4A21-B1C0-810CB25F5476}"/>
                  </a:ext>
                </a:extLst>
              </p:cNvPr>
              <p:cNvSpPr/>
              <p:nvPr/>
            </p:nvSpPr>
            <p:spPr>
              <a:xfrm>
                <a:off x="4811354" y="22918284"/>
                <a:ext cx="6871315" cy="689496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 sz="2800" b="1" dirty="0"/>
              </a:p>
            </p:txBody>
          </p:sp>
          <p:grpSp>
            <p:nvGrpSpPr>
              <p:cNvPr id="207" name="Group 206">
                <a:extLst>
                  <a:ext uri="{FF2B5EF4-FFF2-40B4-BE49-F238E27FC236}">
                    <a16:creationId xmlns:a16="http://schemas.microsoft.com/office/drawing/2014/main" id="{747246BE-DC8C-4355-A1B8-1A88DDCD6FA6}"/>
                  </a:ext>
                </a:extLst>
              </p:cNvPr>
              <p:cNvGrpSpPr/>
              <p:nvPr/>
            </p:nvGrpSpPr>
            <p:grpSpPr>
              <a:xfrm>
                <a:off x="5305639" y="23062314"/>
                <a:ext cx="6507896" cy="6163003"/>
                <a:chOff x="5448875" y="22853511"/>
                <a:chExt cx="6507896" cy="6163003"/>
              </a:xfrm>
            </p:grpSpPr>
            <p:pic>
              <p:nvPicPr>
                <p:cNvPr id="208" name="Picture 207">
                  <a:extLst>
                    <a:ext uri="{FF2B5EF4-FFF2-40B4-BE49-F238E27FC236}">
                      <a16:creationId xmlns:a16="http://schemas.microsoft.com/office/drawing/2014/main" id="{74B7607C-2175-4708-80E8-2DC8CCDC41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5460227" y="22853511"/>
                  <a:ext cx="2919153" cy="1933158"/>
                </a:xfrm>
                <a:custGeom>
                  <a:avLst/>
                  <a:gdLst>
                    <a:gd name="connsiteX0" fmla="*/ -1 w 2919153"/>
                    <a:gd name="connsiteY0" fmla="*/ 0 h 1933158"/>
                    <a:gd name="connsiteX1" fmla="*/ 2919152 w 2919153"/>
                    <a:gd name="connsiteY1" fmla="*/ 0 h 1933158"/>
                    <a:gd name="connsiteX2" fmla="*/ 2919152 w 2919153"/>
                    <a:gd name="connsiteY2" fmla="*/ 1940931 h 1933158"/>
                    <a:gd name="connsiteX3" fmla="*/ -1 w 2919153"/>
                    <a:gd name="connsiteY3" fmla="*/ 1940931 h 1933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19153" h="1933158">
                      <a:moveTo>
                        <a:pt x="-1" y="0"/>
                      </a:moveTo>
                      <a:lnTo>
                        <a:pt x="2919152" y="0"/>
                      </a:lnTo>
                      <a:lnTo>
                        <a:pt x="2919152" y="1940931"/>
                      </a:lnTo>
                      <a:lnTo>
                        <a:pt x="-1" y="1940931"/>
                      </a:lnTo>
                      <a:close/>
                    </a:path>
                  </a:pathLst>
                </a:custGeom>
                <a:ln/>
              </p:spPr>
            </p:pic>
            <p:pic>
              <p:nvPicPr>
                <p:cNvPr id="209" name="Picture 208">
                  <a:extLst>
                    <a:ext uri="{FF2B5EF4-FFF2-40B4-BE49-F238E27FC236}">
                      <a16:creationId xmlns:a16="http://schemas.microsoft.com/office/drawing/2014/main" id="{5A49AA8F-31AF-41B4-9C51-C14259B821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8242007" y="25152180"/>
                  <a:ext cx="1264966" cy="874293"/>
                </a:xfrm>
                <a:custGeom>
                  <a:avLst/>
                  <a:gdLst>
                    <a:gd name="connsiteX0" fmla="*/ -2 w 1264966"/>
                    <a:gd name="connsiteY0" fmla="*/ 0 h 874292"/>
                    <a:gd name="connsiteX1" fmla="*/ 1267687 w 1264966"/>
                    <a:gd name="connsiteY1" fmla="*/ 0 h 874292"/>
                    <a:gd name="connsiteX2" fmla="*/ 1267687 w 1264966"/>
                    <a:gd name="connsiteY2" fmla="*/ 874292 h 874292"/>
                    <a:gd name="connsiteX3" fmla="*/ -2 w 1264966"/>
                    <a:gd name="connsiteY3" fmla="*/ 874292 h 874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64966" h="874292">
                      <a:moveTo>
                        <a:pt x="-2" y="0"/>
                      </a:moveTo>
                      <a:lnTo>
                        <a:pt x="1267687" y="0"/>
                      </a:lnTo>
                      <a:lnTo>
                        <a:pt x="1267687" y="874292"/>
                      </a:lnTo>
                      <a:lnTo>
                        <a:pt x="-2" y="874292"/>
                      </a:lnTo>
                      <a:close/>
                    </a:path>
                  </a:pathLst>
                </a:custGeom>
                <a:ln/>
              </p:spPr>
            </p:pic>
            <p:pic>
              <p:nvPicPr>
                <p:cNvPr id="210" name="Picture 209">
                  <a:extLst>
                    <a:ext uri="{FF2B5EF4-FFF2-40B4-BE49-F238E27FC236}">
                      <a16:creationId xmlns:a16="http://schemas.microsoft.com/office/drawing/2014/main" id="{9C06E81E-9150-42EA-9F75-1FFC0F8E3D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10203039" y="24509421"/>
                  <a:ext cx="1753732" cy="1242519"/>
                </a:xfrm>
                <a:custGeom>
                  <a:avLst/>
                  <a:gdLst>
                    <a:gd name="connsiteX0" fmla="*/ -1 w 1508229"/>
                    <a:gd name="connsiteY0" fmla="*/ 0 h 1068579"/>
                    <a:gd name="connsiteX1" fmla="*/ 1514747 w 1508229"/>
                    <a:gd name="connsiteY1" fmla="*/ 0 h 1068579"/>
                    <a:gd name="connsiteX2" fmla="*/ 1514747 w 1508229"/>
                    <a:gd name="connsiteY2" fmla="*/ 1068580 h 1068579"/>
                    <a:gd name="connsiteX3" fmla="*/ -1 w 1508229"/>
                    <a:gd name="connsiteY3" fmla="*/ 1068580 h 10685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08229" h="1068579">
                      <a:moveTo>
                        <a:pt x="-1" y="0"/>
                      </a:moveTo>
                      <a:lnTo>
                        <a:pt x="1514747" y="0"/>
                      </a:lnTo>
                      <a:lnTo>
                        <a:pt x="1514747" y="1068580"/>
                      </a:lnTo>
                      <a:lnTo>
                        <a:pt x="-1" y="1068580"/>
                      </a:lnTo>
                      <a:close/>
                    </a:path>
                  </a:pathLst>
                </a:custGeom>
                <a:ln/>
              </p:spPr>
            </p:pic>
            <p:pic>
              <p:nvPicPr>
                <p:cNvPr id="211" name="Picture 210">
                  <a:extLst>
                    <a:ext uri="{FF2B5EF4-FFF2-40B4-BE49-F238E27FC236}">
                      <a16:creationId xmlns:a16="http://schemas.microsoft.com/office/drawing/2014/main" id="{2CA9FB6A-3CDE-480E-BF0F-0A36732946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10041975" y="23961489"/>
                  <a:ext cx="994830" cy="595906"/>
                </a:xfrm>
                <a:custGeom>
                  <a:avLst/>
                  <a:gdLst>
                    <a:gd name="connsiteX0" fmla="*/ 0 w 1167661"/>
                    <a:gd name="connsiteY0" fmla="*/ 0 h 699434"/>
                    <a:gd name="connsiteX1" fmla="*/ 1172527 w 1167661"/>
                    <a:gd name="connsiteY1" fmla="*/ 0 h 699434"/>
                    <a:gd name="connsiteX2" fmla="*/ 1172527 w 1167661"/>
                    <a:gd name="connsiteY2" fmla="*/ 704680 h 699434"/>
                    <a:gd name="connsiteX3" fmla="*/ 0 w 1167661"/>
                    <a:gd name="connsiteY3" fmla="*/ 704680 h 699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7661" h="699434">
                      <a:moveTo>
                        <a:pt x="0" y="0"/>
                      </a:moveTo>
                      <a:lnTo>
                        <a:pt x="1172527" y="0"/>
                      </a:lnTo>
                      <a:lnTo>
                        <a:pt x="1172527" y="704680"/>
                      </a:lnTo>
                      <a:lnTo>
                        <a:pt x="0" y="704680"/>
                      </a:lnTo>
                      <a:close/>
                    </a:path>
                  </a:pathLst>
                </a:custGeom>
                <a:ln/>
              </p:spPr>
            </p:pic>
            <p:pic>
              <p:nvPicPr>
                <p:cNvPr id="212" name="Graphic 211">
                  <a:extLst>
                    <a:ext uri="{FF2B5EF4-FFF2-40B4-BE49-F238E27FC236}">
                      <a16:creationId xmlns:a16="http://schemas.microsoft.com/office/drawing/2014/main" id="{DEED2099-D6D2-43B1-9160-0439AF7CCA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06973" y="24692993"/>
                  <a:ext cx="924662" cy="443838"/>
                </a:xfrm>
                <a:prstGeom prst="rect">
                  <a:avLst/>
                </a:prstGeom>
              </p:spPr>
            </p:pic>
            <p:pic>
              <p:nvPicPr>
                <p:cNvPr id="213" name="Graphic 212">
                  <a:extLst>
                    <a:ext uri="{FF2B5EF4-FFF2-40B4-BE49-F238E27FC236}">
                      <a16:creationId xmlns:a16="http://schemas.microsoft.com/office/drawing/2014/main" id="{5BF40BB6-30BC-4190-9416-22E51DE728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08151" y="24636497"/>
                  <a:ext cx="924662" cy="443838"/>
                </a:xfrm>
                <a:prstGeom prst="rect">
                  <a:avLst/>
                </a:prstGeom>
              </p:spPr>
            </p:pic>
            <p:pic>
              <p:nvPicPr>
                <p:cNvPr id="214" name="Graphic 213">
                  <a:extLst>
                    <a:ext uri="{FF2B5EF4-FFF2-40B4-BE49-F238E27FC236}">
                      <a16:creationId xmlns:a16="http://schemas.microsoft.com/office/drawing/2014/main" id="{458DFE3B-0319-4574-AB35-6A6250309E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93478" y="26428453"/>
                  <a:ext cx="727874" cy="727874"/>
                </a:xfrm>
                <a:prstGeom prst="rect">
                  <a:avLst/>
                </a:prstGeom>
              </p:spPr>
            </p:pic>
            <p:pic>
              <p:nvPicPr>
                <p:cNvPr id="215" name="Picture 214">
                  <a:extLst>
                    <a:ext uri="{FF2B5EF4-FFF2-40B4-BE49-F238E27FC236}">
                      <a16:creationId xmlns:a16="http://schemas.microsoft.com/office/drawing/2014/main" id="{1877C2CA-3A8D-42EE-85E9-D04F2E0FD9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5"/>
                <a:srcRect l="14376" r="16328" b="4273"/>
                <a:stretch/>
              </p:blipFill>
              <p:spPr>
                <a:xfrm>
                  <a:off x="5448875" y="26543826"/>
                  <a:ext cx="3182139" cy="24726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486" name="Picture 485">
              <a:extLst>
                <a:ext uri="{FF2B5EF4-FFF2-40B4-BE49-F238E27FC236}">
                  <a16:creationId xmlns:a16="http://schemas.microsoft.com/office/drawing/2014/main" id="{BB27C03C-E130-4300-BCA9-15F721110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l="10464" t="43199" r="33924" b="44637"/>
            <a:stretch/>
          </p:blipFill>
          <p:spPr>
            <a:xfrm>
              <a:off x="12239407" y="26420460"/>
              <a:ext cx="3175674" cy="463055"/>
            </a:xfrm>
            <a:prstGeom prst="rect">
              <a:avLst/>
            </a:prstGeom>
          </p:spPr>
        </p:pic>
        <p:pic>
          <p:nvPicPr>
            <p:cNvPr id="424" name="Picture 423">
              <a:extLst>
                <a:ext uri="{FF2B5EF4-FFF2-40B4-BE49-F238E27FC236}">
                  <a16:creationId xmlns:a16="http://schemas.microsoft.com/office/drawing/2014/main" id="{2DE49CD7-3997-4595-B28F-A4DC476D1A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l="68832" t="34954" r="10240" b="35221"/>
            <a:stretch/>
          </p:blipFill>
          <p:spPr>
            <a:xfrm>
              <a:off x="14322587" y="25211323"/>
              <a:ext cx="1195033" cy="1135411"/>
            </a:xfrm>
            <a:prstGeom prst="rect">
              <a:avLst/>
            </a:prstGeom>
          </p:spPr>
        </p:pic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098F1E5A-F995-49B8-8882-CF5BB9601E0C}"/>
              </a:ext>
            </a:extLst>
          </p:cNvPr>
          <p:cNvGrpSpPr/>
          <p:nvPr/>
        </p:nvGrpSpPr>
        <p:grpSpPr>
          <a:xfrm>
            <a:off x="34705459" y="14870302"/>
            <a:ext cx="6871315" cy="6894965"/>
            <a:chOff x="8963448" y="5335244"/>
            <a:chExt cx="6871315" cy="6894965"/>
          </a:xfrm>
        </p:grpSpPr>
        <p:sp>
          <p:nvSpPr>
            <p:cNvPr id="280" name="Rectangle: Rounded Corners 279">
              <a:extLst>
                <a:ext uri="{FF2B5EF4-FFF2-40B4-BE49-F238E27FC236}">
                  <a16:creationId xmlns:a16="http://schemas.microsoft.com/office/drawing/2014/main" id="{2EB51774-7AB8-452A-AC1C-6C414DF107D0}"/>
                </a:ext>
              </a:extLst>
            </p:cNvPr>
            <p:cNvSpPr/>
            <p:nvPr/>
          </p:nvSpPr>
          <p:spPr>
            <a:xfrm>
              <a:off x="8963448" y="5335244"/>
              <a:ext cx="6871315" cy="689496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 dirty="0"/>
            </a:p>
          </p:txBody>
        </p:sp>
        <p:pic>
          <p:nvPicPr>
            <p:cNvPr id="221" name="Picture 220">
              <a:extLst>
                <a:ext uri="{FF2B5EF4-FFF2-40B4-BE49-F238E27FC236}">
                  <a16:creationId xmlns:a16="http://schemas.microsoft.com/office/drawing/2014/main" id="{63A34CDF-F41C-41A3-BEC2-E792FB3AF8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7">
              <a:extLst>
                <a:ext uri="{BEBA8EAE-BF5A-486C-A8C5-ECC9F3942E4B}">
                  <a14:imgProps xmlns:a14="http://schemas.microsoft.com/office/drawing/2010/main">
                    <a14:imgLayer r:embed="rId28">
                      <a14:imgEffect>
                        <a14:brightnessContrast bright="40000"/>
                      </a14:imgEffect>
                    </a14:imgLayer>
                  </a14:imgProps>
                </a:ext>
              </a:extLst>
            </a:blip>
            <a:srcRect l="5102" t="19033" r="18241" b="16075"/>
            <a:stretch/>
          </p:blipFill>
          <p:spPr>
            <a:xfrm>
              <a:off x="9637197" y="6751178"/>
              <a:ext cx="4213749" cy="3544099"/>
            </a:xfrm>
            <a:prstGeom prst="roundRect">
              <a:avLst>
                <a:gd name="adj" fmla="val 20329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6627FE8B-2709-46CC-9D15-92D41B5C8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1320937" y="10505568"/>
              <a:ext cx="3799325" cy="1441587"/>
            </a:xfrm>
            <a:prstGeom prst="roundRect">
              <a:avLst>
                <a:gd name="adj" fmla="val 27901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707" name="Picture 706">
              <a:extLst>
                <a:ext uri="{FF2B5EF4-FFF2-40B4-BE49-F238E27FC236}">
                  <a16:creationId xmlns:a16="http://schemas.microsoft.com/office/drawing/2014/main" id="{BEEA35B2-A425-457C-AE78-B1805FA65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1752266" y="5628105"/>
              <a:ext cx="3432592" cy="847353"/>
            </a:xfrm>
            <a:prstGeom prst="rect">
              <a:avLst/>
            </a:prstGeom>
          </p:spPr>
        </p:pic>
      </p:grp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8C6BC4E-77D0-47AE-9ECB-DDB7BCFBF23A}"/>
              </a:ext>
            </a:extLst>
          </p:cNvPr>
          <p:cNvSpPr/>
          <p:nvPr/>
        </p:nvSpPr>
        <p:spPr>
          <a:xfrm>
            <a:off x="6197262" y="-1323"/>
            <a:ext cx="9976423" cy="41876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GB" sz="4800" b="1" i="1" dirty="0">
                <a:solidFill>
                  <a:schemeClr val="bg1"/>
                </a:solidFill>
              </a:rPr>
              <a:t>5</a:t>
            </a:r>
            <a:r>
              <a:rPr lang="en-GB" sz="4800" b="1" i="1" baseline="30000" dirty="0">
                <a:solidFill>
                  <a:schemeClr val="bg1"/>
                </a:solidFill>
              </a:rPr>
              <a:t>th</a:t>
            </a:r>
            <a:r>
              <a:rPr lang="en-GB" sz="4800" b="1" i="1" dirty="0">
                <a:solidFill>
                  <a:schemeClr val="bg1"/>
                </a:solidFill>
              </a:rPr>
              <a:t> Annual Summer School</a:t>
            </a:r>
          </a:p>
          <a:p>
            <a:pPr lvl="1"/>
            <a:endParaRPr lang="en-GB" sz="2800" b="1" dirty="0">
              <a:solidFill>
                <a:schemeClr val="bg1"/>
              </a:solidFill>
            </a:endParaRPr>
          </a:p>
          <a:p>
            <a:pPr lvl="1"/>
            <a:r>
              <a:rPr lang="en-GB" sz="8800" b="1" dirty="0">
                <a:solidFill>
                  <a:schemeClr val="bg1"/>
                </a:solidFill>
              </a:rPr>
              <a:t>Going to the Dogs</a:t>
            </a:r>
            <a:endParaRPr lang="en-GB" sz="8000" b="1" dirty="0">
              <a:solidFill>
                <a:schemeClr val="bg1"/>
              </a:solidFill>
            </a:endParaRPr>
          </a:p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grpSp>
        <p:nvGrpSpPr>
          <p:cNvPr id="724" name="Graphic 718">
            <a:extLst>
              <a:ext uri="{FF2B5EF4-FFF2-40B4-BE49-F238E27FC236}">
                <a16:creationId xmlns:a16="http://schemas.microsoft.com/office/drawing/2014/main" id="{CCB37DC9-6192-4F7D-9D3C-6D1E6BD6F2F9}"/>
              </a:ext>
            </a:extLst>
          </p:cNvPr>
          <p:cNvGrpSpPr/>
          <p:nvPr/>
        </p:nvGrpSpPr>
        <p:grpSpPr>
          <a:xfrm>
            <a:off x="599867" y="508913"/>
            <a:ext cx="4842505" cy="3167136"/>
            <a:chOff x="599867" y="508913"/>
            <a:chExt cx="4842505" cy="3167136"/>
          </a:xfrm>
          <a:solidFill>
            <a:schemeClr val="bg1"/>
          </a:solidFill>
        </p:grpSpPr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052EEFFE-D1C4-4806-A678-0DCD444CCBA8}"/>
                </a:ext>
              </a:extLst>
            </p:cNvPr>
            <p:cNvSpPr/>
            <p:nvPr/>
          </p:nvSpPr>
          <p:spPr>
            <a:xfrm>
              <a:off x="589507" y="1215748"/>
              <a:ext cx="1985198" cy="1009811"/>
            </a:xfrm>
            <a:custGeom>
              <a:avLst/>
              <a:gdLst>
                <a:gd name="connsiteX0" fmla="*/ 537069 w 1985197"/>
                <a:gd name="connsiteY0" fmla="*/ 790669 h 1009811"/>
                <a:gd name="connsiteX1" fmla="*/ 491168 w 1985197"/>
                <a:gd name="connsiteY1" fmla="*/ 652968 h 1009811"/>
                <a:gd name="connsiteX2" fmla="*/ 215765 w 1985197"/>
                <a:gd name="connsiteY2" fmla="*/ 652968 h 1009811"/>
                <a:gd name="connsiteX3" fmla="*/ 168717 w 1985197"/>
                <a:gd name="connsiteY3" fmla="*/ 790669 h 1009811"/>
                <a:gd name="connsiteX4" fmla="*/ 10360 w 1985197"/>
                <a:gd name="connsiteY4" fmla="*/ 790669 h 1009811"/>
                <a:gd name="connsiteX5" fmla="*/ 292648 w 1985197"/>
                <a:gd name="connsiteY5" fmla="*/ 14950 h 1009811"/>
                <a:gd name="connsiteX6" fmla="*/ 411990 w 1985197"/>
                <a:gd name="connsiteY6" fmla="*/ 14950 h 1009811"/>
                <a:gd name="connsiteX7" fmla="*/ 695426 w 1985197"/>
                <a:gd name="connsiteY7" fmla="*/ 790669 h 1009811"/>
                <a:gd name="connsiteX8" fmla="*/ 537069 w 1985197"/>
                <a:gd name="connsiteY8" fmla="*/ 790669 h 1009811"/>
                <a:gd name="connsiteX9" fmla="*/ 355762 w 1985197"/>
                <a:gd name="connsiteY9" fmla="*/ 243305 h 1009811"/>
                <a:gd name="connsiteX10" fmla="*/ 258223 w 1985197"/>
                <a:gd name="connsiteY10" fmla="*/ 525594 h 1009811"/>
                <a:gd name="connsiteX11" fmla="*/ 451005 w 1985197"/>
                <a:gd name="connsiteY11" fmla="*/ 525594 h 1009811"/>
                <a:gd name="connsiteX12" fmla="*/ 355762 w 1985197"/>
                <a:gd name="connsiteY12" fmla="*/ 243305 h 1009811"/>
                <a:gd name="connsiteX13" fmla="*/ 955911 w 1985197"/>
                <a:gd name="connsiteY13" fmla="*/ 1005254 h 1009811"/>
                <a:gd name="connsiteX14" fmla="*/ 749359 w 1985197"/>
                <a:gd name="connsiteY14" fmla="*/ 930666 h 1009811"/>
                <a:gd name="connsiteX15" fmla="*/ 837717 w 1985197"/>
                <a:gd name="connsiteY15" fmla="*/ 841160 h 1009811"/>
                <a:gd name="connsiteX16" fmla="*/ 949026 w 1985197"/>
                <a:gd name="connsiteY16" fmla="*/ 884765 h 1009811"/>
                <a:gd name="connsiteX17" fmla="*/ 1063777 w 1985197"/>
                <a:gd name="connsiteY17" fmla="*/ 766571 h 1009811"/>
                <a:gd name="connsiteX18" fmla="*/ 1063777 w 1985197"/>
                <a:gd name="connsiteY18" fmla="*/ 709196 h 1009811"/>
                <a:gd name="connsiteX19" fmla="*/ 928371 w 1985197"/>
                <a:gd name="connsiteY19" fmla="*/ 765424 h 1009811"/>
                <a:gd name="connsiteX20" fmla="*/ 792964 w 1985197"/>
                <a:gd name="connsiteY20" fmla="*/ 714933 h 1009811"/>
                <a:gd name="connsiteX21" fmla="*/ 735589 w 1985197"/>
                <a:gd name="connsiteY21" fmla="*/ 488873 h 1009811"/>
                <a:gd name="connsiteX22" fmla="*/ 792964 w 1985197"/>
                <a:gd name="connsiteY22" fmla="*/ 263961 h 1009811"/>
                <a:gd name="connsiteX23" fmla="*/ 929518 w 1985197"/>
                <a:gd name="connsiteY23" fmla="*/ 213470 h 1009811"/>
                <a:gd name="connsiteX24" fmla="*/ 1068367 w 1985197"/>
                <a:gd name="connsiteY24" fmla="*/ 273141 h 1009811"/>
                <a:gd name="connsiteX25" fmla="*/ 1068367 w 1985197"/>
                <a:gd name="connsiteY25" fmla="*/ 222650 h 1009811"/>
                <a:gd name="connsiteX26" fmla="*/ 1206069 w 1985197"/>
                <a:gd name="connsiteY26" fmla="*/ 222650 h 1009811"/>
                <a:gd name="connsiteX27" fmla="*/ 1206069 w 1985197"/>
                <a:gd name="connsiteY27" fmla="*/ 770014 h 1009811"/>
                <a:gd name="connsiteX28" fmla="*/ 955911 w 1985197"/>
                <a:gd name="connsiteY28" fmla="*/ 1005254 h 1009811"/>
                <a:gd name="connsiteX29" fmla="*/ 969681 w 1985197"/>
                <a:gd name="connsiteY29" fmla="*/ 343139 h 1009811"/>
                <a:gd name="connsiteX30" fmla="*/ 876733 w 1985197"/>
                <a:gd name="connsiteY30" fmla="*/ 490021 h 1009811"/>
                <a:gd name="connsiteX31" fmla="*/ 969681 w 1985197"/>
                <a:gd name="connsiteY31" fmla="*/ 638050 h 1009811"/>
                <a:gd name="connsiteX32" fmla="*/ 1063777 w 1985197"/>
                <a:gd name="connsiteY32" fmla="*/ 490021 h 1009811"/>
                <a:gd name="connsiteX33" fmla="*/ 969681 w 1985197"/>
                <a:gd name="connsiteY33" fmla="*/ 343139 h 1009811"/>
                <a:gd name="connsiteX34" fmla="*/ 1652452 w 1985197"/>
                <a:gd name="connsiteY34" fmla="*/ 377564 h 1009811"/>
                <a:gd name="connsiteX35" fmla="*/ 1576716 w 1985197"/>
                <a:gd name="connsiteY35" fmla="*/ 344287 h 1009811"/>
                <a:gd name="connsiteX36" fmla="*/ 1484915 w 1985197"/>
                <a:gd name="connsiteY36" fmla="*/ 448710 h 1009811"/>
                <a:gd name="connsiteX37" fmla="*/ 1484915 w 1985197"/>
                <a:gd name="connsiteY37" fmla="*/ 790669 h 1009811"/>
                <a:gd name="connsiteX38" fmla="*/ 1343770 w 1985197"/>
                <a:gd name="connsiteY38" fmla="*/ 790669 h 1009811"/>
                <a:gd name="connsiteX39" fmla="*/ 1343770 w 1985197"/>
                <a:gd name="connsiteY39" fmla="*/ 222650 h 1009811"/>
                <a:gd name="connsiteX40" fmla="*/ 1482620 w 1985197"/>
                <a:gd name="connsiteY40" fmla="*/ 222650 h 1009811"/>
                <a:gd name="connsiteX41" fmla="*/ 1482620 w 1985197"/>
                <a:gd name="connsiteY41" fmla="*/ 276583 h 1009811"/>
                <a:gd name="connsiteX42" fmla="*/ 1624911 w 1985197"/>
                <a:gd name="connsiteY42" fmla="*/ 215765 h 1009811"/>
                <a:gd name="connsiteX43" fmla="*/ 1759170 w 1985197"/>
                <a:gd name="connsiteY43" fmla="*/ 269698 h 1009811"/>
                <a:gd name="connsiteX44" fmla="*/ 1652452 w 1985197"/>
                <a:gd name="connsiteY44" fmla="*/ 377564 h 1009811"/>
                <a:gd name="connsiteX45" fmla="*/ 1837201 w 1985197"/>
                <a:gd name="connsiteY45" fmla="*/ 10360 h 1009811"/>
                <a:gd name="connsiteX46" fmla="*/ 1981788 w 1985197"/>
                <a:gd name="connsiteY46" fmla="*/ 10360 h 1009811"/>
                <a:gd name="connsiteX47" fmla="*/ 1981788 w 1985197"/>
                <a:gd name="connsiteY47" fmla="*/ 126259 h 1009811"/>
                <a:gd name="connsiteX48" fmla="*/ 1837201 w 1985197"/>
                <a:gd name="connsiteY48" fmla="*/ 126259 h 1009811"/>
                <a:gd name="connsiteX49" fmla="*/ 1837201 w 1985197"/>
                <a:gd name="connsiteY49" fmla="*/ 10360 h 1009811"/>
                <a:gd name="connsiteX50" fmla="*/ 1839496 w 1985197"/>
                <a:gd name="connsiteY50" fmla="*/ 222650 h 1009811"/>
                <a:gd name="connsiteX51" fmla="*/ 1980640 w 1985197"/>
                <a:gd name="connsiteY51" fmla="*/ 222650 h 1009811"/>
                <a:gd name="connsiteX52" fmla="*/ 1980640 w 1985197"/>
                <a:gd name="connsiteY52" fmla="*/ 790669 h 1009811"/>
                <a:gd name="connsiteX53" fmla="*/ 1839496 w 1985197"/>
                <a:gd name="connsiteY53" fmla="*/ 790669 h 1009811"/>
                <a:gd name="connsiteX54" fmla="*/ 1839496 w 1985197"/>
                <a:gd name="connsiteY54" fmla="*/ 222650 h 1009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985197" h="1009811">
                  <a:moveTo>
                    <a:pt x="537069" y="790669"/>
                  </a:moveTo>
                  <a:lnTo>
                    <a:pt x="491168" y="652968"/>
                  </a:lnTo>
                  <a:lnTo>
                    <a:pt x="215765" y="652968"/>
                  </a:lnTo>
                  <a:lnTo>
                    <a:pt x="168717" y="790669"/>
                  </a:lnTo>
                  <a:lnTo>
                    <a:pt x="10360" y="790669"/>
                  </a:lnTo>
                  <a:lnTo>
                    <a:pt x="292648" y="14950"/>
                  </a:lnTo>
                  <a:lnTo>
                    <a:pt x="411990" y="14950"/>
                  </a:lnTo>
                  <a:lnTo>
                    <a:pt x="695426" y="790669"/>
                  </a:lnTo>
                  <a:lnTo>
                    <a:pt x="537069" y="790669"/>
                  </a:lnTo>
                  <a:close/>
                  <a:moveTo>
                    <a:pt x="355762" y="243305"/>
                  </a:moveTo>
                  <a:lnTo>
                    <a:pt x="258223" y="525594"/>
                  </a:lnTo>
                  <a:lnTo>
                    <a:pt x="451005" y="525594"/>
                  </a:lnTo>
                  <a:lnTo>
                    <a:pt x="355762" y="243305"/>
                  </a:lnTo>
                  <a:close/>
                  <a:moveTo>
                    <a:pt x="955911" y="1005254"/>
                  </a:moveTo>
                  <a:cubicBezTo>
                    <a:pt x="868700" y="1005254"/>
                    <a:pt x="809029" y="988041"/>
                    <a:pt x="749359" y="930666"/>
                  </a:cubicBezTo>
                  <a:lnTo>
                    <a:pt x="837717" y="841160"/>
                  </a:lnTo>
                  <a:cubicBezTo>
                    <a:pt x="869848" y="872143"/>
                    <a:pt x="900830" y="884765"/>
                    <a:pt x="949026" y="884765"/>
                  </a:cubicBezTo>
                  <a:cubicBezTo>
                    <a:pt x="1033942" y="884765"/>
                    <a:pt x="1063777" y="825095"/>
                    <a:pt x="1063777" y="766571"/>
                  </a:cubicBezTo>
                  <a:lnTo>
                    <a:pt x="1063777" y="709196"/>
                  </a:lnTo>
                  <a:cubicBezTo>
                    <a:pt x="1027057" y="750506"/>
                    <a:pt x="984599" y="765424"/>
                    <a:pt x="928371" y="765424"/>
                  </a:cubicBezTo>
                  <a:cubicBezTo>
                    <a:pt x="873290" y="765424"/>
                    <a:pt x="825095" y="747064"/>
                    <a:pt x="792964" y="714933"/>
                  </a:cubicBezTo>
                  <a:cubicBezTo>
                    <a:pt x="739031" y="661000"/>
                    <a:pt x="735589" y="588707"/>
                    <a:pt x="735589" y="488873"/>
                  </a:cubicBezTo>
                  <a:cubicBezTo>
                    <a:pt x="735589" y="390187"/>
                    <a:pt x="740179" y="317894"/>
                    <a:pt x="792964" y="263961"/>
                  </a:cubicBezTo>
                  <a:cubicBezTo>
                    <a:pt x="825095" y="231830"/>
                    <a:pt x="873290" y="213470"/>
                    <a:pt x="929518" y="213470"/>
                  </a:cubicBezTo>
                  <a:cubicBezTo>
                    <a:pt x="989189" y="213470"/>
                    <a:pt x="1028204" y="229535"/>
                    <a:pt x="1068367" y="273141"/>
                  </a:cubicBezTo>
                  <a:lnTo>
                    <a:pt x="1068367" y="222650"/>
                  </a:lnTo>
                  <a:lnTo>
                    <a:pt x="1206069" y="222650"/>
                  </a:lnTo>
                  <a:lnTo>
                    <a:pt x="1206069" y="770014"/>
                  </a:lnTo>
                  <a:cubicBezTo>
                    <a:pt x="1204921" y="906568"/>
                    <a:pt x="1108530" y="1005254"/>
                    <a:pt x="955911" y="1005254"/>
                  </a:cubicBezTo>
                  <a:moveTo>
                    <a:pt x="969681" y="343139"/>
                  </a:moveTo>
                  <a:cubicBezTo>
                    <a:pt x="885913" y="343139"/>
                    <a:pt x="876733" y="415432"/>
                    <a:pt x="876733" y="490021"/>
                  </a:cubicBezTo>
                  <a:cubicBezTo>
                    <a:pt x="876733" y="565757"/>
                    <a:pt x="885913" y="638050"/>
                    <a:pt x="969681" y="638050"/>
                  </a:cubicBezTo>
                  <a:cubicBezTo>
                    <a:pt x="1053450" y="638050"/>
                    <a:pt x="1063777" y="564609"/>
                    <a:pt x="1063777" y="490021"/>
                  </a:cubicBezTo>
                  <a:cubicBezTo>
                    <a:pt x="1063777" y="415432"/>
                    <a:pt x="1053450" y="343139"/>
                    <a:pt x="969681" y="343139"/>
                  </a:cubicBezTo>
                  <a:moveTo>
                    <a:pt x="1652452" y="377564"/>
                  </a:moveTo>
                  <a:cubicBezTo>
                    <a:pt x="1630649" y="355762"/>
                    <a:pt x="1612289" y="344287"/>
                    <a:pt x="1576716" y="344287"/>
                  </a:cubicBezTo>
                  <a:cubicBezTo>
                    <a:pt x="1533110" y="344287"/>
                    <a:pt x="1484915" y="376417"/>
                    <a:pt x="1484915" y="448710"/>
                  </a:cubicBezTo>
                  <a:lnTo>
                    <a:pt x="1484915" y="790669"/>
                  </a:lnTo>
                  <a:lnTo>
                    <a:pt x="1343770" y="790669"/>
                  </a:lnTo>
                  <a:lnTo>
                    <a:pt x="1343770" y="222650"/>
                  </a:lnTo>
                  <a:lnTo>
                    <a:pt x="1482620" y="222650"/>
                  </a:lnTo>
                  <a:lnTo>
                    <a:pt x="1482620" y="276583"/>
                  </a:lnTo>
                  <a:cubicBezTo>
                    <a:pt x="1510160" y="244453"/>
                    <a:pt x="1564093" y="215765"/>
                    <a:pt x="1624911" y="215765"/>
                  </a:cubicBezTo>
                  <a:cubicBezTo>
                    <a:pt x="1679992" y="215765"/>
                    <a:pt x="1720155" y="229535"/>
                    <a:pt x="1759170" y="269698"/>
                  </a:cubicBezTo>
                  <a:lnTo>
                    <a:pt x="1652452" y="377564"/>
                  </a:lnTo>
                  <a:close/>
                  <a:moveTo>
                    <a:pt x="1837201" y="10360"/>
                  </a:moveTo>
                  <a:lnTo>
                    <a:pt x="1981788" y="10360"/>
                  </a:lnTo>
                  <a:lnTo>
                    <a:pt x="1981788" y="126259"/>
                  </a:lnTo>
                  <a:lnTo>
                    <a:pt x="1837201" y="126259"/>
                  </a:lnTo>
                  <a:lnTo>
                    <a:pt x="1837201" y="10360"/>
                  </a:lnTo>
                  <a:close/>
                  <a:moveTo>
                    <a:pt x="1839496" y="222650"/>
                  </a:moveTo>
                  <a:lnTo>
                    <a:pt x="1980640" y="222650"/>
                  </a:lnTo>
                  <a:lnTo>
                    <a:pt x="1980640" y="790669"/>
                  </a:lnTo>
                  <a:lnTo>
                    <a:pt x="1839496" y="790669"/>
                  </a:lnTo>
                  <a:lnTo>
                    <a:pt x="1839496" y="222650"/>
                  </a:lnTo>
                  <a:close/>
                </a:path>
              </a:pathLst>
            </a:custGeom>
            <a:solidFill>
              <a:srgbClr val="FFA606"/>
            </a:solidFill>
            <a:ln w="114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A65BDB9D-6ABF-4CAE-A4AA-B78BAE0CB82B}"/>
                </a:ext>
              </a:extLst>
            </p:cNvPr>
            <p:cNvSpPr/>
            <p:nvPr/>
          </p:nvSpPr>
          <p:spPr>
            <a:xfrm>
              <a:off x="590654" y="2248510"/>
              <a:ext cx="4853980" cy="803259"/>
            </a:xfrm>
            <a:custGeom>
              <a:avLst/>
              <a:gdLst>
                <a:gd name="connsiteX0" fmla="*/ 161832 w 4853980"/>
                <a:gd name="connsiteY0" fmla="*/ 151504 h 803259"/>
                <a:gd name="connsiteX1" fmla="*/ 161832 w 4853980"/>
                <a:gd name="connsiteY1" fmla="*/ 341991 h 803259"/>
                <a:gd name="connsiteX2" fmla="*/ 468218 w 4853980"/>
                <a:gd name="connsiteY2" fmla="*/ 341991 h 803259"/>
                <a:gd name="connsiteX3" fmla="*/ 468218 w 4853980"/>
                <a:gd name="connsiteY3" fmla="*/ 477398 h 803259"/>
                <a:gd name="connsiteX4" fmla="*/ 161832 w 4853980"/>
                <a:gd name="connsiteY4" fmla="*/ 477398 h 803259"/>
                <a:gd name="connsiteX5" fmla="*/ 161832 w 4853980"/>
                <a:gd name="connsiteY5" fmla="*/ 791817 h 803259"/>
                <a:gd name="connsiteX6" fmla="*/ 10360 w 4853980"/>
                <a:gd name="connsiteY6" fmla="*/ 791817 h 803259"/>
                <a:gd name="connsiteX7" fmla="*/ 10360 w 4853980"/>
                <a:gd name="connsiteY7" fmla="*/ 16098 h 803259"/>
                <a:gd name="connsiteX8" fmla="*/ 522151 w 4853980"/>
                <a:gd name="connsiteY8" fmla="*/ 16098 h 803259"/>
                <a:gd name="connsiteX9" fmla="*/ 522151 w 4853980"/>
                <a:gd name="connsiteY9" fmla="*/ 151504 h 803259"/>
                <a:gd name="connsiteX10" fmla="*/ 963944 w 4853980"/>
                <a:gd name="connsiteY10" fmla="*/ 728704 h 803259"/>
                <a:gd name="connsiteX11" fmla="*/ 787227 w 4853980"/>
                <a:gd name="connsiteY11" fmla="*/ 798702 h 803259"/>
                <a:gd name="connsiteX12" fmla="*/ 611657 w 4853980"/>
                <a:gd name="connsiteY12" fmla="*/ 728704 h 803259"/>
                <a:gd name="connsiteX13" fmla="*/ 547396 w 4853980"/>
                <a:gd name="connsiteY13" fmla="*/ 507233 h 803259"/>
                <a:gd name="connsiteX14" fmla="*/ 611657 w 4853980"/>
                <a:gd name="connsiteY14" fmla="*/ 286911 h 803259"/>
                <a:gd name="connsiteX15" fmla="*/ 787227 w 4853980"/>
                <a:gd name="connsiteY15" fmla="*/ 216913 h 803259"/>
                <a:gd name="connsiteX16" fmla="*/ 963944 w 4853980"/>
                <a:gd name="connsiteY16" fmla="*/ 286911 h 803259"/>
                <a:gd name="connsiteX17" fmla="*/ 1028204 w 4853980"/>
                <a:gd name="connsiteY17" fmla="*/ 507233 h 803259"/>
                <a:gd name="connsiteX18" fmla="*/ 963944 w 4853980"/>
                <a:gd name="connsiteY18" fmla="*/ 728704 h 803259"/>
                <a:gd name="connsiteX19" fmla="*/ 853782 w 4853980"/>
                <a:gd name="connsiteY19" fmla="*/ 370679 h 803259"/>
                <a:gd name="connsiteX20" fmla="*/ 787227 w 4853980"/>
                <a:gd name="connsiteY20" fmla="*/ 345434 h 803259"/>
                <a:gd name="connsiteX21" fmla="*/ 721818 w 4853980"/>
                <a:gd name="connsiteY21" fmla="*/ 370679 h 803259"/>
                <a:gd name="connsiteX22" fmla="*/ 688540 w 4853980"/>
                <a:gd name="connsiteY22" fmla="*/ 508381 h 803259"/>
                <a:gd name="connsiteX23" fmla="*/ 721818 w 4853980"/>
                <a:gd name="connsiteY23" fmla="*/ 647230 h 803259"/>
                <a:gd name="connsiteX24" fmla="*/ 787227 w 4853980"/>
                <a:gd name="connsiteY24" fmla="*/ 672475 h 803259"/>
                <a:gd name="connsiteX25" fmla="*/ 853782 w 4853980"/>
                <a:gd name="connsiteY25" fmla="*/ 647230 h 803259"/>
                <a:gd name="connsiteX26" fmla="*/ 885913 w 4853980"/>
                <a:gd name="connsiteY26" fmla="*/ 508381 h 803259"/>
                <a:gd name="connsiteX27" fmla="*/ 853782 w 4853980"/>
                <a:gd name="connsiteY27" fmla="*/ 370679 h 803259"/>
                <a:gd name="connsiteX28" fmla="*/ 1548028 w 4853980"/>
                <a:gd name="connsiteY28" fmla="*/ 791817 h 803259"/>
                <a:gd name="connsiteX29" fmla="*/ 1396556 w 4853980"/>
                <a:gd name="connsiteY29" fmla="*/ 481988 h 803259"/>
                <a:gd name="connsiteX30" fmla="*/ 1287542 w 4853980"/>
                <a:gd name="connsiteY30" fmla="*/ 481988 h 803259"/>
                <a:gd name="connsiteX31" fmla="*/ 1287542 w 4853980"/>
                <a:gd name="connsiteY31" fmla="*/ 791817 h 803259"/>
                <a:gd name="connsiteX32" fmla="*/ 1136071 w 4853980"/>
                <a:gd name="connsiteY32" fmla="*/ 791817 h 803259"/>
                <a:gd name="connsiteX33" fmla="*/ 1136071 w 4853980"/>
                <a:gd name="connsiteY33" fmla="*/ 16098 h 803259"/>
                <a:gd name="connsiteX34" fmla="*/ 1440162 w 4853980"/>
                <a:gd name="connsiteY34" fmla="*/ 16098 h 803259"/>
                <a:gd name="connsiteX35" fmla="*/ 1691467 w 4853980"/>
                <a:gd name="connsiteY35" fmla="*/ 253633 h 803259"/>
                <a:gd name="connsiteX36" fmla="*/ 1550323 w 4853980"/>
                <a:gd name="connsiteY36" fmla="*/ 457890 h 803259"/>
                <a:gd name="connsiteX37" fmla="*/ 1723597 w 4853980"/>
                <a:gd name="connsiteY37" fmla="*/ 792964 h 803259"/>
                <a:gd name="connsiteX38" fmla="*/ 1548028 w 4853980"/>
                <a:gd name="connsiteY38" fmla="*/ 792964 h 803259"/>
                <a:gd name="connsiteX39" fmla="*/ 1430981 w 4853980"/>
                <a:gd name="connsiteY39" fmla="*/ 151504 h 803259"/>
                <a:gd name="connsiteX40" fmla="*/ 1288690 w 4853980"/>
                <a:gd name="connsiteY40" fmla="*/ 151504 h 803259"/>
                <a:gd name="connsiteX41" fmla="*/ 1288690 w 4853980"/>
                <a:gd name="connsiteY41" fmla="*/ 356909 h 803259"/>
                <a:gd name="connsiteX42" fmla="*/ 1430981 w 4853980"/>
                <a:gd name="connsiteY42" fmla="*/ 356909 h 803259"/>
                <a:gd name="connsiteX43" fmla="*/ 1541143 w 4853980"/>
                <a:gd name="connsiteY43" fmla="*/ 254781 h 803259"/>
                <a:gd name="connsiteX44" fmla="*/ 1430981 w 4853980"/>
                <a:gd name="connsiteY44" fmla="*/ 151504 h 803259"/>
                <a:gd name="connsiteX45" fmla="*/ 2414400 w 4853980"/>
                <a:gd name="connsiteY45" fmla="*/ 791817 h 803259"/>
                <a:gd name="connsiteX46" fmla="*/ 2297354 w 4853980"/>
                <a:gd name="connsiteY46" fmla="*/ 791817 h 803259"/>
                <a:gd name="connsiteX47" fmla="*/ 2178012 w 4853980"/>
                <a:gd name="connsiteY47" fmla="*/ 436088 h 803259"/>
                <a:gd name="connsiteX48" fmla="*/ 2059819 w 4853980"/>
                <a:gd name="connsiteY48" fmla="*/ 791817 h 803259"/>
                <a:gd name="connsiteX49" fmla="*/ 1942772 w 4853980"/>
                <a:gd name="connsiteY49" fmla="*/ 791817 h 803259"/>
                <a:gd name="connsiteX50" fmla="*/ 1768350 w 4853980"/>
                <a:gd name="connsiteY50" fmla="*/ 223798 h 803259"/>
                <a:gd name="connsiteX51" fmla="*/ 1918674 w 4853980"/>
                <a:gd name="connsiteY51" fmla="*/ 223798 h 803259"/>
                <a:gd name="connsiteX52" fmla="*/ 2010475 w 4853980"/>
                <a:gd name="connsiteY52" fmla="*/ 574937 h 803259"/>
                <a:gd name="connsiteX53" fmla="*/ 2126374 w 4853980"/>
                <a:gd name="connsiteY53" fmla="*/ 223798 h 803259"/>
                <a:gd name="connsiteX54" fmla="*/ 2229651 w 4853980"/>
                <a:gd name="connsiteY54" fmla="*/ 223798 h 803259"/>
                <a:gd name="connsiteX55" fmla="*/ 2346697 w 4853980"/>
                <a:gd name="connsiteY55" fmla="*/ 574937 h 803259"/>
                <a:gd name="connsiteX56" fmla="*/ 2438498 w 4853980"/>
                <a:gd name="connsiteY56" fmla="*/ 223798 h 803259"/>
                <a:gd name="connsiteX57" fmla="*/ 2587675 w 4853980"/>
                <a:gd name="connsiteY57" fmla="*/ 223798 h 803259"/>
                <a:gd name="connsiteX58" fmla="*/ 3086843 w 4853980"/>
                <a:gd name="connsiteY58" fmla="*/ 791817 h 803259"/>
                <a:gd name="connsiteX59" fmla="*/ 3040942 w 4853980"/>
                <a:gd name="connsiteY59" fmla="*/ 654115 h 803259"/>
                <a:gd name="connsiteX60" fmla="*/ 2765539 w 4853980"/>
                <a:gd name="connsiteY60" fmla="*/ 654115 h 803259"/>
                <a:gd name="connsiteX61" fmla="*/ 2718491 w 4853980"/>
                <a:gd name="connsiteY61" fmla="*/ 791817 h 803259"/>
                <a:gd name="connsiteX62" fmla="*/ 2560134 w 4853980"/>
                <a:gd name="connsiteY62" fmla="*/ 791817 h 803259"/>
                <a:gd name="connsiteX63" fmla="*/ 2842422 w 4853980"/>
                <a:gd name="connsiteY63" fmla="*/ 16098 h 803259"/>
                <a:gd name="connsiteX64" fmla="*/ 2961764 w 4853980"/>
                <a:gd name="connsiteY64" fmla="*/ 16098 h 803259"/>
                <a:gd name="connsiteX65" fmla="*/ 3245200 w 4853980"/>
                <a:gd name="connsiteY65" fmla="*/ 791817 h 803259"/>
                <a:gd name="connsiteX66" fmla="*/ 3086843 w 4853980"/>
                <a:gd name="connsiteY66" fmla="*/ 791817 h 803259"/>
                <a:gd name="connsiteX67" fmla="*/ 2905536 w 4853980"/>
                <a:gd name="connsiteY67" fmla="*/ 244453 h 803259"/>
                <a:gd name="connsiteX68" fmla="*/ 2807997 w 4853980"/>
                <a:gd name="connsiteY68" fmla="*/ 526741 h 803259"/>
                <a:gd name="connsiteX69" fmla="*/ 3000779 w 4853980"/>
                <a:gd name="connsiteY69" fmla="*/ 526741 h 803259"/>
                <a:gd name="connsiteX70" fmla="*/ 2905536 w 4853980"/>
                <a:gd name="connsiteY70" fmla="*/ 244453 h 803259"/>
                <a:gd name="connsiteX71" fmla="*/ 3612404 w 4853980"/>
                <a:gd name="connsiteY71" fmla="*/ 378712 h 803259"/>
                <a:gd name="connsiteX72" fmla="*/ 3536668 w 4853980"/>
                <a:gd name="connsiteY72" fmla="*/ 345434 h 803259"/>
                <a:gd name="connsiteX73" fmla="*/ 3444867 w 4853980"/>
                <a:gd name="connsiteY73" fmla="*/ 449858 h 803259"/>
                <a:gd name="connsiteX74" fmla="*/ 3444867 w 4853980"/>
                <a:gd name="connsiteY74" fmla="*/ 791817 h 803259"/>
                <a:gd name="connsiteX75" fmla="*/ 3303723 w 4853980"/>
                <a:gd name="connsiteY75" fmla="*/ 791817 h 803259"/>
                <a:gd name="connsiteX76" fmla="*/ 3303723 w 4853980"/>
                <a:gd name="connsiteY76" fmla="*/ 223798 h 803259"/>
                <a:gd name="connsiteX77" fmla="*/ 3442572 w 4853980"/>
                <a:gd name="connsiteY77" fmla="*/ 223798 h 803259"/>
                <a:gd name="connsiteX78" fmla="*/ 3442572 w 4853980"/>
                <a:gd name="connsiteY78" fmla="*/ 278878 h 803259"/>
                <a:gd name="connsiteX79" fmla="*/ 3584864 w 4853980"/>
                <a:gd name="connsiteY79" fmla="*/ 218060 h 803259"/>
                <a:gd name="connsiteX80" fmla="*/ 3719122 w 4853980"/>
                <a:gd name="connsiteY80" fmla="*/ 271993 h 803259"/>
                <a:gd name="connsiteX81" fmla="*/ 3612404 w 4853980"/>
                <a:gd name="connsiteY81" fmla="*/ 378712 h 803259"/>
                <a:gd name="connsiteX82" fmla="*/ 4075999 w 4853980"/>
                <a:gd name="connsiteY82" fmla="*/ 791817 h 803259"/>
                <a:gd name="connsiteX83" fmla="*/ 4075999 w 4853980"/>
                <a:gd name="connsiteY83" fmla="*/ 739031 h 803259"/>
                <a:gd name="connsiteX84" fmla="*/ 3934855 w 4853980"/>
                <a:gd name="connsiteY84" fmla="*/ 798702 h 803259"/>
                <a:gd name="connsiteX85" fmla="*/ 3794858 w 4853980"/>
                <a:gd name="connsiteY85" fmla="*/ 747064 h 803259"/>
                <a:gd name="connsiteX86" fmla="*/ 3737483 w 4853980"/>
                <a:gd name="connsiteY86" fmla="*/ 507233 h 803259"/>
                <a:gd name="connsiteX87" fmla="*/ 3794858 w 4853980"/>
                <a:gd name="connsiteY87" fmla="*/ 268551 h 803259"/>
                <a:gd name="connsiteX88" fmla="*/ 3933707 w 4853980"/>
                <a:gd name="connsiteY88" fmla="*/ 216913 h 803259"/>
                <a:gd name="connsiteX89" fmla="*/ 4072557 w 4853980"/>
                <a:gd name="connsiteY89" fmla="*/ 273141 h 803259"/>
                <a:gd name="connsiteX90" fmla="*/ 4072557 w 4853980"/>
                <a:gd name="connsiteY90" fmla="*/ 16098 h 803259"/>
                <a:gd name="connsiteX91" fmla="*/ 4213701 w 4853980"/>
                <a:gd name="connsiteY91" fmla="*/ 16098 h 803259"/>
                <a:gd name="connsiteX92" fmla="*/ 4213701 w 4853980"/>
                <a:gd name="connsiteY92" fmla="*/ 791817 h 803259"/>
                <a:gd name="connsiteX93" fmla="*/ 4075999 w 4853980"/>
                <a:gd name="connsiteY93" fmla="*/ 791817 h 803259"/>
                <a:gd name="connsiteX94" fmla="*/ 3976166 w 4853980"/>
                <a:gd name="connsiteY94" fmla="*/ 345434 h 803259"/>
                <a:gd name="connsiteX95" fmla="*/ 3879774 w 4853980"/>
                <a:gd name="connsiteY95" fmla="*/ 508381 h 803259"/>
                <a:gd name="connsiteX96" fmla="*/ 3976166 w 4853980"/>
                <a:gd name="connsiteY96" fmla="*/ 671328 h 803259"/>
                <a:gd name="connsiteX97" fmla="*/ 4073704 w 4853980"/>
                <a:gd name="connsiteY97" fmla="*/ 508381 h 803259"/>
                <a:gd name="connsiteX98" fmla="*/ 3976166 w 4853980"/>
                <a:gd name="connsiteY98" fmla="*/ 345434 h 803259"/>
                <a:gd name="connsiteX99" fmla="*/ 4561397 w 4853980"/>
                <a:gd name="connsiteY99" fmla="*/ 798702 h 803259"/>
                <a:gd name="connsiteX100" fmla="*/ 4277961 w 4853980"/>
                <a:gd name="connsiteY100" fmla="*/ 696573 h 803259"/>
                <a:gd name="connsiteX101" fmla="*/ 4375500 w 4853980"/>
                <a:gd name="connsiteY101" fmla="*/ 599035 h 803259"/>
                <a:gd name="connsiteX102" fmla="*/ 4562545 w 4853980"/>
                <a:gd name="connsiteY102" fmla="*/ 664443 h 803259"/>
                <a:gd name="connsiteX103" fmla="*/ 4700246 w 4853980"/>
                <a:gd name="connsiteY103" fmla="*/ 568052 h 803259"/>
                <a:gd name="connsiteX104" fmla="*/ 4676149 w 4853980"/>
                <a:gd name="connsiteY104" fmla="*/ 502643 h 803259"/>
                <a:gd name="connsiteX105" fmla="*/ 4607298 w 4853980"/>
                <a:gd name="connsiteY105" fmla="*/ 475103 h 803259"/>
                <a:gd name="connsiteX106" fmla="*/ 4513202 w 4853980"/>
                <a:gd name="connsiteY106" fmla="*/ 462480 h 803259"/>
                <a:gd name="connsiteX107" fmla="*/ 4362877 w 4853980"/>
                <a:gd name="connsiteY107" fmla="*/ 398220 h 803259"/>
                <a:gd name="connsiteX108" fmla="*/ 4307797 w 4853980"/>
                <a:gd name="connsiteY108" fmla="*/ 245600 h 803259"/>
                <a:gd name="connsiteX109" fmla="*/ 4578610 w 4853980"/>
                <a:gd name="connsiteY109" fmla="*/ 10360 h 803259"/>
                <a:gd name="connsiteX110" fmla="*/ 4828768 w 4853980"/>
                <a:gd name="connsiteY110" fmla="*/ 101014 h 803259"/>
                <a:gd name="connsiteX111" fmla="*/ 4732377 w 4853980"/>
                <a:gd name="connsiteY111" fmla="*/ 196257 h 803259"/>
                <a:gd name="connsiteX112" fmla="*/ 4572872 w 4853980"/>
                <a:gd name="connsiteY112" fmla="*/ 142324 h 803259"/>
                <a:gd name="connsiteX113" fmla="*/ 4452384 w 4853980"/>
                <a:gd name="connsiteY113" fmla="*/ 239863 h 803259"/>
                <a:gd name="connsiteX114" fmla="*/ 4475334 w 4853980"/>
                <a:gd name="connsiteY114" fmla="*/ 294944 h 803259"/>
                <a:gd name="connsiteX115" fmla="*/ 4547627 w 4853980"/>
                <a:gd name="connsiteY115" fmla="*/ 325926 h 803259"/>
                <a:gd name="connsiteX116" fmla="*/ 4639428 w 4853980"/>
                <a:gd name="connsiteY116" fmla="*/ 338549 h 803259"/>
                <a:gd name="connsiteX117" fmla="*/ 4787457 w 4853980"/>
                <a:gd name="connsiteY117" fmla="*/ 398220 h 803259"/>
                <a:gd name="connsiteX118" fmla="*/ 4847128 w 4853980"/>
                <a:gd name="connsiteY118" fmla="*/ 562314 h 803259"/>
                <a:gd name="connsiteX119" fmla="*/ 4561397 w 4853980"/>
                <a:gd name="connsiteY119" fmla="*/ 798702 h 80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</a:cxnLst>
              <a:rect l="l" t="t" r="r" b="b"/>
              <a:pathLst>
                <a:path w="4853980" h="803259">
                  <a:moveTo>
                    <a:pt x="161832" y="151504"/>
                  </a:moveTo>
                  <a:lnTo>
                    <a:pt x="161832" y="341991"/>
                  </a:lnTo>
                  <a:lnTo>
                    <a:pt x="468218" y="341991"/>
                  </a:lnTo>
                  <a:lnTo>
                    <a:pt x="468218" y="477398"/>
                  </a:lnTo>
                  <a:lnTo>
                    <a:pt x="161832" y="477398"/>
                  </a:lnTo>
                  <a:lnTo>
                    <a:pt x="161832" y="791817"/>
                  </a:lnTo>
                  <a:lnTo>
                    <a:pt x="10360" y="791817"/>
                  </a:lnTo>
                  <a:lnTo>
                    <a:pt x="10360" y="16098"/>
                  </a:lnTo>
                  <a:lnTo>
                    <a:pt x="522151" y="16098"/>
                  </a:lnTo>
                  <a:lnTo>
                    <a:pt x="522151" y="151504"/>
                  </a:lnTo>
                  <a:close/>
                  <a:moveTo>
                    <a:pt x="963944" y="728704"/>
                  </a:moveTo>
                  <a:cubicBezTo>
                    <a:pt x="929518" y="765424"/>
                    <a:pt x="870995" y="798702"/>
                    <a:pt x="787227" y="798702"/>
                  </a:cubicBezTo>
                  <a:cubicBezTo>
                    <a:pt x="703458" y="798702"/>
                    <a:pt x="646082" y="765424"/>
                    <a:pt x="611657" y="728704"/>
                  </a:cubicBezTo>
                  <a:cubicBezTo>
                    <a:pt x="560019" y="674770"/>
                    <a:pt x="547396" y="610510"/>
                    <a:pt x="547396" y="507233"/>
                  </a:cubicBezTo>
                  <a:cubicBezTo>
                    <a:pt x="547396" y="405105"/>
                    <a:pt x="560019" y="340844"/>
                    <a:pt x="611657" y="286911"/>
                  </a:cubicBezTo>
                  <a:cubicBezTo>
                    <a:pt x="646082" y="250190"/>
                    <a:pt x="703458" y="216913"/>
                    <a:pt x="787227" y="216913"/>
                  </a:cubicBezTo>
                  <a:cubicBezTo>
                    <a:pt x="870995" y="216913"/>
                    <a:pt x="928371" y="250190"/>
                    <a:pt x="963944" y="286911"/>
                  </a:cubicBezTo>
                  <a:cubicBezTo>
                    <a:pt x="1015582" y="340844"/>
                    <a:pt x="1028204" y="405105"/>
                    <a:pt x="1028204" y="507233"/>
                  </a:cubicBezTo>
                  <a:cubicBezTo>
                    <a:pt x="1028204" y="611657"/>
                    <a:pt x="1015582" y="675918"/>
                    <a:pt x="963944" y="728704"/>
                  </a:cubicBezTo>
                  <a:moveTo>
                    <a:pt x="853782" y="370679"/>
                  </a:moveTo>
                  <a:cubicBezTo>
                    <a:pt x="837717" y="354614"/>
                    <a:pt x="815914" y="345434"/>
                    <a:pt x="787227" y="345434"/>
                  </a:cubicBezTo>
                  <a:cubicBezTo>
                    <a:pt x="758539" y="345434"/>
                    <a:pt x="737884" y="354614"/>
                    <a:pt x="721818" y="370679"/>
                  </a:cubicBezTo>
                  <a:cubicBezTo>
                    <a:pt x="691983" y="400515"/>
                    <a:pt x="688540" y="448710"/>
                    <a:pt x="688540" y="508381"/>
                  </a:cubicBezTo>
                  <a:cubicBezTo>
                    <a:pt x="688540" y="566904"/>
                    <a:pt x="691983" y="617395"/>
                    <a:pt x="721818" y="647230"/>
                  </a:cubicBezTo>
                  <a:cubicBezTo>
                    <a:pt x="737884" y="663295"/>
                    <a:pt x="758539" y="672475"/>
                    <a:pt x="787227" y="672475"/>
                  </a:cubicBezTo>
                  <a:cubicBezTo>
                    <a:pt x="815914" y="672475"/>
                    <a:pt x="837717" y="663295"/>
                    <a:pt x="853782" y="647230"/>
                  </a:cubicBezTo>
                  <a:cubicBezTo>
                    <a:pt x="883618" y="617395"/>
                    <a:pt x="885913" y="568052"/>
                    <a:pt x="885913" y="508381"/>
                  </a:cubicBezTo>
                  <a:cubicBezTo>
                    <a:pt x="887060" y="448710"/>
                    <a:pt x="883618" y="399367"/>
                    <a:pt x="853782" y="370679"/>
                  </a:cubicBezTo>
                  <a:moveTo>
                    <a:pt x="1548028" y="791817"/>
                  </a:moveTo>
                  <a:lnTo>
                    <a:pt x="1396556" y="481988"/>
                  </a:lnTo>
                  <a:lnTo>
                    <a:pt x="1287542" y="481988"/>
                  </a:lnTo>
                  <a:lnTo>
                    <a:pt x="1287542" y="791817"/>
                  </a:lnTo>
                  <a:lnTo>
                    <a:pt x="1136071" y="791817"/>
                  </a:lnTo>
                  <a:lnTo>
                    <a:pt x="1136071" y="16098"/>
                  </a:lnTo>
                  <a:lnTo>
                    <a:pt x="1440162" y="16098"/>
                  </a:lnTo>
                  <a:cubicBezTo>
                    <a:pt x="1598518" y="16098"/>
                    <a:pt x="1691467" y="123964"/>
                    <a:pt x="1691467" y="253633"/>
                  </a:cubicBezTo>
                  <a:cubicBezTo>
                    <a:pt x="1691467" y="362647"/>
                    <a:pt x="1624911" y="430350"/>
                    <a:pt x="1550323" y="457890"/>
                  </a:cubicBezTo>
                  <a:lnTo>
                    <a:pt x="1723597" y="792964"/>
                  </a:lnTo>
                  <a:lnTo>
                    <a:pt x="1548028" y="792964"/>
                  </a:lnTo>
                  <a:close/>
                  <a:moveTo>
                    <a:pt x="1430981" y="151504"/>
                  </a:moveTo>
                  <a:lnTo>
                    <a:pt x="1288690" y="151504"/>
                  </a:lnTo>
                  <a:lnTo>
                    <a:pt x="1288690" y="356909"/>
                  </a:lnTo>
                  <a:lnTo>
                    <a:pt x="1430981" y="356909"/>
                  </a:lnTo>
                  <a:cubicBezTo>
                    <a:pt x="1497537" y="356909"/>
                    <a:pt x="1541143" y="314451"/>
                    <a:pt x="1541143" y="254781"/>
                  </a:cubicBezTo>
                  <a:cubicBezTo>
                    <a:pt x="1541143" y="193962"/>
                    <a:pt x="1497537" y="151504"/>
                    <a:pt x="1430981" y="151504"/>
                  </a:cubicBezTo>
                  <a:moveTo>
                    <a:pt x="2414400" y="791817"/>
                  </a:moveTo>
                  <a:lnTo>
                    <a:pt x="2297354" y="791817"/>
                  </a:lnTo>
                  <a:lnTo>
                    <a:pt x="2178012" y="436088"/>
                  </a:lnTo>
                  <a:lnTo>
                    <a:pt x="2059819" y="791817"/>
                  </a:lnTo>
                  <a:lnTo>
                    <a:pt x="1942772" y="791817"/>
                  </a:lnTo>
                  <a:lnTo>
                    <a:pt x="1768350" y="223798"/>
                  </a:lnTo>
                  <a:lnTo>
                    <a:pt x="1918674" y="223798"/>
                  </a:lnTo>
                  <a:lnTo>
                    <a:pt x="2010475" y="574937"/>
                  </a:lnTo>
                  <a:lnTo>
                    <a:pt x="2126374" y="223798"/>
                  </a:lnTo>
                  <a:lnTo>
                    <a:pt x="2229651" y="223798"/>
                  </a:lnTo>
                  <a:lnTo>
                    <a:pt x="2346697" y="574937"/>
                  </a:lnTo>
                  <a:lnTo>
                    <a:pt x="2438498" y="223798"/>
                  </a:lnTo>
                  <a:lnTo>
                    <a:pt x="2587675" y="223798"/>
                  </a:lnTo>
                  <a:close/>
                  <a:moveTo>
                    <a:pt x="3086843" y="791817"/>
                  </a:moveTo>
                  <a:lnTo>
                    <a:pt x="3040942" y="654115"/>
                  </a:lnTo>
                  <a:lnTo>
                    <a:pt x="2765539" y="654115"/>
                  </a:lnTo>
                  <a:lnTo>
                    <a:pt x="2718491" y="791817"/>
                  </a:lnTo>
                  <a:lnTo>
                    <a:pt x="2560134" y="791817"/>
                  </a:lnTo>
                  <a:lnTo>
                    <a:pt x="2842422" y="16098"/>
                  </a:lnTo>
                  <a:lnTo>
                    <a:pt x="2961764" y="16098"/>
                  </a:lnTo>
                  <a:lnTo>
                    <a:pt x="3245200" y="791817"/>
                  </a:lnTo>
                  <a:lnTo>
                    <a:pt x="3086843" y="791817"/>
                  </a:lnTo>
                  <a:close/>
                  <a:moveTo>
                    <a:pt x="2905536" y="244453"/>
                  </a:moveTo>
                  <a:lnTo>
                    <a:pt x="2807997" y="526741"/>
                  </a:lnTo>
                  <a:lnTo>
                    <a:pt x="3000779" y="526741"/>
                  </a:lnTo>
                  <a:lnTo>
                    <a:pt x="2905536" y="244453"/>
                  </a:lnTo>
                  <a:close/>
                  <a:moveTo>
                    <a:pt x="3612404" y="378712"/>
                  </a:moveTo>
                  <a:cubicBezTo>
                    <a:pt x="3590601" y="356909"/>
                    <a:pt x="3572241" y="345434"/>
                    <a:pt x="3536668" y="345434"/>
                  </a:cubicBezTo>
                  <a:cubicBezTo>
                    <a:pt x="3493062" y="345434"/>
                    <a:pt x="3444867" y="377564"/>
                    <a:pt x="3444867" y="449858"/>
                  </a:cubicBezTo>
                  <a:lnTo>
                    <a:pt x="3444867" y="791817"/>
                  </a:lnTo>
                  <a:lnTo>
                    <a:pt x="3303723" y="791817"/>
                  </a:lnTo>
                  <a:lnTo>
                    <a:pt x="3303723" y="223798"/>
                  </a:lnTo>
                  <a:lnTo>
                    <a:pt x="3442572" y="223798"/>
                  </a:lnTo>
                  <a:lnTo>
                    <a:pt x="3442572" y="278878"/>
                  </a:lnTo>
                  <a:cubicBezTo>
                    <a:pt x="3470112" y="245600"/>
                    <a:pt x="3524045" y="218060"/>
                    <a:pt x="3584864" y="218060"/>
                  </a:cubicBezTo>
                  <a:cubicBezTo>
                    <a:pt x="3639944" y="218060"/>
                    <a:pt x="3680107" y="231830"/>
                    <a:pt x="3719122" y="271993"/>
                  </a:cubicBezTo>
                  <a:lnTo>
                    <a:pt x="3612404" y="378712"/>
                  </a:lnTo>
                  <a:close/>
                  <a:moveTo>
                    <a:pt x="4075999" y="791817"/>
                  </a:moveTo>
                  <a:lnTo>
                    <a:pt x="4075999" y="739031"/>
                  </a:lnTo>
                  <a:cubicBezTo>
                    <a:pt x="4036984" y="782637"/>
                    <a:pt x="3995673" y="798702"/>
                    <a:pt x="3934855" y="798702"/>
                  </a:cubicBezTo>
                  <a:cubicBezTo>
                    <a:pt x="3879774" y="798702"/>
                    <a:pt x="3826989" y="779194"/>
                    <a:pt x="3794858" y="747064"/>
                  </a:cubicBezTo>
                  <a:cubicBezTo>
                    <a:pt x="3738630" y="690836"/>
                    <a:pt x="3737483" y="592149"/>
                    <a:pt x="3737483" y="507233"/>
                  </a:cubicBezTo>
                  <a:cubicBezTo>
                    <a:pt x="3737483" y="422317"/>
                    <a:pt x="3738630" y="324779"/>
                    <a:pt x="3794858" y="268551"/>
                  </a:cubicBezTo>
                  <a:cubicBezTo>
                    <a:pt x="3826989" y="236420"/>
                    <a:pt x="3877479" y="216913"/>
                    <a:pt x="3933707" y="216913"/>
                  </a:cubicBezTo>
                  <a:cubicBezTo>
                    <a:pt x="3991083" y="216913"/>
                    <a:pt x="4034688" y="231830"/>
                    <a:pt x="4072557" y="273141"/>
                  </a:cubicBezTo>
                  <a:lnTo>
                    <a:pt x="4072557" y="16098"/>
                  </a:lnTo>
                  <a:lnTo>
                    <a:pt x="4213701" y="16098"/>
                  </a:lnTo>
                  <a:lnTo>
                    <a:pt x="4213701" y="791817"/>
                  </a:lnTo>
                  <a:lnTo>
                    <a:pt x="4075999" y="791817"/>
                  </a:lnTo>
                  <a:close/>
                  <a:moveTo>
                    <a:pt x="3976166" y="345434"/>
                  </a:moveTo>
                  <a:cubicBezTo>
                    <a:pt x="3891249" y="345434"/>
                    <a:pt x="3879774" y="415432"/>
                    <a:pt x="3879774" y="508381"/>
                  </a:cubicBezTo>
                  <a:cubicBezTo>
                    <a:pt x="3879774" y="601329"/>
                    <a:pt x="3890102" y="671328"/>
                    <a:pt x="3976166" y="671328"/>
                  </a:cubicBezTo>
                  <a:cubicBezTo>
                    <a:pt x="4061081" y="671328"/>
                    <a:pt x="4073704" y="600182"/>
                    <a:pt x="4073704" y="508381"/>
                  </a:cubicBezTo>
                  <a:cubicBezTo>
                    <a:pt x="4072557" y="415432"/>
                    <a:pt x="4061081" y="345434"/>
                    <a:pt x="3976166" y="345434"/>
                  </a:cubicBezTo>
                  <a:moveTo>
                    <a:pt x="4561397" y="798702"/>
                  </a:moveTo>
                  <a:cubicBezTo>
                    <a:pt x="4443203" y="798702"/>
                    <a:pt x="4354845" y="773456"/>
                    <a:pt x="4277961" y="696573"/>
                  </a:cubicBezTo>
                  <a:lnTo>
                    <a:pt x="4375500" y="599035"/>
                  </a:lnTo>
                  <a:cubicBezTo>
                    <a:pt x="4424843" y="648378"/>
                    <a:pt x="4491399" y="664443"/>
                    <a:pt x="4562545" y="664443"/>
                  </a:cubicBezTo>
                  <a:cubicBezTo>
                    <a:pt x="4652051" y="664443"/>
                    <a:pt x="4700246" y="631165"/>
                    <a:pt x="4700246" y="568052"/>
                  </a:cubicBezTo>
                  <a:cubicBezTo>
                    <a:pt x="4700246" y="540511"/>
                    <a:pt x="4692214" y="517561"/>
                    <a:pt x="4676149" y="502643"/>
                  </a:cubicBezTo>
                  <a:cubicBezTo>
                    <a:pt x="4661231" y="488873"/>
                    <a:pt x="4644018" y="480841"/>
                    <a:pt x="4607298" y="475103"/>
                  </a:cubicBezTo>
                  <a:lnTo>
                    <a:pt x="4513202" y="462480"/>
                  </a:lnTo>
                  <a:cubicBezTo>
                    <a:pt x="4446646" y="452153"/>
                    <a:pt x="4397303" y="431498"/>
                    <a:pt x="4362877" y="398220"/>
                  </a:cubicBezTo>
                  <a:cubicBezTo>
                    <a:pt x="4326157" y="361499"/>
                    <a:pt x="4307797" y="311009"/>
                    <a:pt x="4307797" y="245600"/>
                  </a:cubicBezTo>
                  <a:cubicBezTo>
                    <a:pt x="4307797" y="106751"/>
                    <a:pt x="4409925" y="10360"/>
                    <a:pt x="4578610" y="10360"/>
                  </a:cubicBezTo>
                  <a:cubicBezTo>
                    <a:pt x="4685329" y="10360"/>
                    <a:pt x="4763359" y="36753"/>
                    <a:pt x="4828768" y="101014"/>
                  </a:cubicBezTo>
                  <a:lnTo>
                    <a:pt x="4732377" y="196257"/>
                  </a:lnTo>
                  <a:cubicBezTo>
                    <a:pt x="4683033" y="149209"/>
                    <a:pt x="4624511" y="142324"/>
                    <a:pt x="4572872" y="142324"/>
                  </a:cubicBezTo>
                  <a:cubicBezTo>
                    <a:pt x="4492547" y="142324"/>
                    <a:pt x="4452384" y="187077"/>
                    <a:pt x="4452384" y="239863"/>
                  </a:cubicBezTo>
                  <a:cubicBezTo>
                    <a:pt x="4452384" y="259371"/>
                    <a:pt x="4459268" y="280026"/>
                    <a:pt x="4475334" y="294944"/>
                  </a:cubicBezTo>
                  <a:cubicBezTo>
                    <a:pt x="4490251" y="308714"/>
                    <a:pt x="4515497" y="321336"/>
                    <a:pt x="4547627" y="325926"/>
                  </a:cubicBezTo>
                  <a:lnTo>
                    <a:pt x="4639428" y="338549"/>
                  </a:lnTo>
                  <a:cubicBezTo>
                    <a:pt x="4710574" y="348877"/>
                    <a:pt x="4755327" y="368384"/>
                    <a:pt x="4787457" y="398220"/>
                  </a:cubicBezTo>
                  <a:cubicBezTo>
                    <a:pt x="4828768" y="437235"/>
                    <a:pt x="4847128" y="494611"/>
                    <a:pt x="4847128" y="562314"/>
                  </a:cubicBezTo>
                  <a:cubicBezTo>
                    <a:pt x="4849423" y="713786"/>
                    <a:pt x="4724344" y="798702"/>
                    <a:pt x="4561397" y="798702"/>
                  </a:cubicBezTo>
                </a:path>
              </a:pathLst>
            </a:custGeom>
            <a:grpFill/>
            <a:ln w="114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D49DB09C-71ED-4C60-A1E4-AC2535AAEC70}"/>
                </a:ext>
              </a:extLst>
            </p:cNvPr>
            <p:cNvSpPr/>
            <p:nvPr/>
          </p:nvSpPr>
          <p:spPr>
            <a:xfrm>
              <a:off x="2769782" y="498553"/>
              <a:ext cx="1319640" cy="1560618"/>
            </a:xfrm>
            <a:custGeom>
              <a:avLst/>
              <a:gdLst>
                <a:gd name="connsiteX0" fmla="*/ 1201479 w 1319639"/>
                <a:gd name="connsiteY0" fmla="*/ 783784 h 1560617"/>
                <a:gd name="connsiteX1" fmla="*/ 1313935 w 1319639"/>
                <a:gd name="connsiteY1" fmla="*/ 344287 h 1560617"/>
                <a:gd name="connsiteX2" fmla="*/ 725261 w 1319639"/>
                <a:gd name="connsiteY2" fmla="*/ 10360 h 1560617"/>
                <a:gd name="connsiteX3" fmla="*/ 10360 w 1319639"/>
                <a:gd name="connsiteY3" fmla="*/ 784932 h 1560617"/>
                <a:gd name="connsiteX4" fmla="*/ 611657 w 1319639"/>
                <a:gd name="connsiteY4" fmla="*/ 1549175 h 1560617"/>
                <a:gd name="connsiteX5" fmla="*/ 463628 w 1319639"/>
                <a:gd name="connsiteY5" fmla="*/ 1435571 h 1560617"/>
                <a:gd name="connsiteX6" fmla="*/ 455595 w 1319639"/>
                <a:gd name="connsiteY6" fmla="*/ 1342623 h 1560617"/>
                <a:gd name="connsiteX7" fmla="*/ 452153 w 1319639"/>
                <a:gd name="connsiteY7" fmla="*/ 1274920 h 1560617"/>
                <a:gd name="connsiteX8" fmla="*/ 392482 w 1319639"/>
                <a:gd name="connsiteY8" fmla="*/ 1164758 h 1560617"/>
                <a:gd name="connsiteX9" fmla="*/ 476251 w 1319639"/>
                <a:gd name="connsiteY9" fmla="*/ 1273772 h 1560617"/>
                <a:gd name="connsiteX10" fmla="*/ 646082 w 1319639"/>
                <a:gd name="connsiteY10" fmla="*/ 1377048 h 1560617"/>
                <a:gd name="connsiteX11" fmla="*/ 693131 w 1319639"/>
                <a:gd name="connsiteY11" fmla="*/ 1556060 h 1560617"/>
                <a:gd name="connsiteX12" fmla="*/ 724113 w 1319639"/>
                <a:gd name="connsiteY12" fmla="*/ 1557208 h 1560617"/>
                <a:gd name="connsiteX13" fmla="*/ 749359 w 1319639"/>
                <a:gd name="connsiteY13" fmla="*/ 1557208 h 1560617"/>
                <a:gd name="connsiteX14" fmla="*/ 796407 w 1319639"/>
                <a:gd name="connsiteY14" fmla="*/ 1377048 h 1560617"/>
                <a:gd name="connsiteX15" fmla="*/ 966238 w 1319639"/>
                <a:gd name="connsiteY15" fmla="*/ 1273772 h 1560617"/>
                <a:gd name="connsiteX16" fmla="*/ 1050007 w 1319639"/>
                <a:gd name="connsiteY16" fmla="*/ 1164758 h 1560617"/>
                <a:gd name="connsiteX17" fmla="*/ 990336 w 1319639"/>
                <a:gd name="connsiteY17" fmla="*/ 1274920 h 1560617"/>
                <a:gd name="connsiteX18" fmla="*/ 986894 w 1319639"/>
                <a:gd name="connsiteY18" fmla="*/ 1342623 h 1560617"/>
                <a:gd name="connsiteX19" fmla="*/ 978861 w 1319639"/>
                <a:gd name="connsiteY19" fmla="*/ 1435571 h 1560617"/>
                <a:gd name="connsiteX20" fmla="*/ 828537 w 1319639"/>
                <a:gd name="connsiteY20" fmla="*/ 1550323 h 1560617"/>
                <a:gd name="connsiteX21" fmla="*/ 1311640 w 1319639"/>
                <a:gd name="connsiteY21" fmla="*/ 1224429 h 1560617"/>
                <a:gd name="connsiteX22" fmla="*/ 1201479 w 1319639"/>
                <a:gd name="connsiteY22" fmla="*/ 783784 h 1560617"/>
                <a:gd name="connsiteX23" fmla="*/ 693131 w 1319639"/>
                <a:gd name="connsiteY23" fmla="*/ 1334590 h 1560617"/>
                <a:gd name="connsiteX24" fmla="*/ 464775 w 1319639"/>
                <a:gd name="connsiteY24" fmla="*/ 1179676 h 1560617"/>
                <a:gd name="connsiteX25" fmla="*/ 456743 w 1319639"/>
                <a:gd name="connsiteY25" fmla="*/ 1086728 h 1560617"/>
                <a:gd name="connsiteX26" fmla="*/ 453300 w 1319639"/>
                <a:gd name="connsiteY26" fmla="*/ 1020172 h 1560617"/>
                <a:gd name="connsiteX27" fmla="*/ 393630 w 1319639"/>
                <a:gd name="connsiteY27" fmla="*/ 910011 h 1560617"/>
                <a:gd name="connsiteX28" fmla="*/ 477398 w 1319639"/>
                <a:gd name="connsiteY28" fmla="*/ 1019024 h 1560617"/>
                <a:gd name="connsiteX29" fmla="*/ 647230 w 1319639"/>
                <a:gd name="connsiteY29" fmla="*/ 1122300 h 1560617"/>
                <a:gd name="connsiteX30" fmla="*/ 693131 w 1319639"/>
                <a:gd name="connsiteY30" fmla="*/ 1334590 h 1560617"/>
                <a:gd name="connsiteX31" fmla="*/ 693131 w 1319639"/>
                <a:gd name="connsiteY31" fmla="*/ 1077547 h 1560617"/>
                <a:gd name="connsiteX32" fmla="*/ 464775 w 1319639"/>
                <a:gd name="connsiteY32" fmla="*/ 922633 h 1560617"/>
                <a:gd name="connsiteX33" fmla="*/ 456743 w 1319639"/>
                <a:gd name="connsiteY33" fmla="*/ 829685 h 1560617"/>
                <a:gd name="connsiteX34" fmla="*/ 453300 w 1319639"/>
                <a:gd name="connsiteY34" fmla="*/ 761981 h 1560617"/>
                <a:gd name="connsiteX35" fmla="*/ 393630 w 1319639"/>
                <a:gd name="connsiteY35" fmla="*/ 651820 h 1560617"/>
                <a:gd name="connsiteX36" fmla="*/ 477398 w 1319639"/>
                <a:gd name="connsiteY36" fmla="*/ 760834 h 1560617"/>
                <a:gd name="connsiteX37" fmla="*/ 647230 w 1319639"/>
                <a:gd name="connsiteY37" fmla="*/ 864110 h 1560617"/>
                <a:gd name="connsiteX38" fmla="*/ 693131 w 1319639"/>
                <a:gd name="connsiteY38" fmla="*/ 1077547 h 1560617"/>
                <a:gd name="connsiteX39" fmla="*/ 693131 w 1319639"/>
                <a:gd name="connsiteY39" fmla="*/ 821652 h 1560617"/>
                <a:gd name="connsiteX40" fmla="*/ 464775 w 1319639"/>
                <a:gd name="connsiteY40" fmla="*/ 666738 h 1560617"/>
                <a:gd name="connsiteX41" fmla="*/ 456743 w 1319639"/>
                <a:gd name="connsiteY41" fmla="*/ 573789 h 1560617"/>
                <a:gd name="connsiteX42" fmla="*/ 453300 w 1319639"/>
                <a:gd name="connsiteY42" fmla="*/ 506086 h 1560617"/>
                <a:gd name="connsiteX43" fmla="*/ 393630 w 1319639"/>
                <a:gd name="connsiteY43" fmla="*/ 395925 h 1560617"/>
                <a:gd name="connsiteX44" fmla="*/ 477398 w 1319639"/>
                <a:gd name="connsiteY44" fmla="*/ 504938 h 1560617"/>
                <a:gd name="connsiteX45" fmla="*/ 647230 w 1319639"/>
                <a:gd name="connsiteY45" fmla="*/ 608215 h 1560617"/>
                <a:gd name="connsiteX46" fmla="*/ 693131 w 1319639"/>
                <a:gd name="connsiteY46" fmla="*/ 821652 h 1560617"/>
                <a:gd name="connsiteX47" fmla="*/ 721818 w 1319639"/>
                <a:gd name="connsiteY47" fmla="*/ 599034 h 1560617"/>
                <a:gd name="connsiteX48" fmla="*/ 657558 w 1319639"/>
                <a:gd name="connsiteY48" fmla="*/ 515266 h 1560617"/>
                <a:gd name="connsiteX49" fmla="*/ 602477 w 1319639"/>
                <a:gd name="connsiteY49" fmla="*/ 441825 h 1560617"/>
                <a:gd name="connsiteX50" fmla="*/ 721818 w 1319639"/>
                <a:gd name="connsiteY50" fmla="*/ 239863 h 1560617"/>
                <a:gd name="connsiteX51" fmla="*/ 840012 w 1319639"/>
                <a:gd name="connsiteY51" fmla="*/ 440678 h 1560617"/>
                <a:gd name="connsiteX52" fmla="*/ 784932 w 1319639"/>
                <a:gd name="connsiteY52" fmla="*/ 514119 h 1560617"/>
                <a:gd name="connsiteX53" fmla="*/ 721818 w 1319639"/>
                <a:gd name="connsiteY53" fmla="*/ 599034 h 1560617"/>
                <a:gd name="connsiteX54" fmla="*/ 992632 w 1319639"/>
                <a:gd name="connsiteY54" fmla="*/ 1019024 h 1560617"/>
                <a:gd name="connsiteX55" fmla="*/ 989189 w 1319639"/>
                <a:gd name="connsiteY55" fmla="*/ 1085580 h 1560617"/>
                <a:gd name="connsiteX56" fmla="*/ 981156 w 1319639"/>
                <a:gd name="connsiteY56" fmla="*/ 1178529 h 1560617"/>
                <a:gd name="connsiteX57" fmla="*/ 752801 w 1319639"/>
                <a:gd name="connsiteY57" fmla="*/ 1333443 h 1560617"/>
                <a:gd name="connsiteX58" fmla="*/ 798702 w 1319639"/>
                <a:gd name="connsiteY58" fmla="*/ 1121153 h 1560617"/>
                <a:gd name="connsiteX59" fmla="*/ 968534 w 1319639"/>
                <a:gd name="connsiteY59" fmla="*/ 1017877 h 1560617"/>
                <a:gd name="connsiteX60" fmla="*/ 1052302 w 1319639"/>
                <a:gd name="connsiteY60" fmla="*/ 908863 h 1560617"/>
                <a:gd name="connsiteX61" fmla="*/ 992632 w 1319639"/>
                <a:gd name="connsiteY61" fmla="*/ 1019024 h 1560617"/>
                <a:gd name="connsiteX62" fmla="*/ 992632 w 1319639"/>
                <a:gd name="connsiteY62" fmla="*/ 761981 h 1560617"/>
                <a:gd name="connsiteX63" fmla="*/ 989189 w 1319639"/>
                <a:gd name="connsiteY63" fmla="*/ 829685 h 1560617"/>
                <a:gd name="connsiteX64" fmla="*/ 981156 w 1319639"/>
                <a:gd name="connsiteY64" fmla="*/ 922633 h 1560617"/>
                <a:gd name="connsiteX65" fmla="*/ 752801 w 1319639"/>
                <a:gd name="connsiteY65" fmla="*/ 1077547 h 1560617"/>
                <a:gd name="connsiteX66" fmla="*/ 798702 w 1319639"/>
                <a:gd name="connsiteY66" fmla="*/ 865257 h 1560617"/>
                <a:gd name="connsiteX67" fmla="*/ 968534 w 1319639"/>
                <a:gd name="connsiteY67" fmla="*/ 761981 h 1560617"/>
                <a:gd name="connsiteX68" fmla="*/ 1052302 w 1319639"/>
                <a:gd name="connsiteY68" fmla="*/ 652968 h 1560617"/>
                <a:gd name="connsiteX69" fmla="*/ 992632 w 1319639"/>
                <a:gd name="connsiteY69" fmla="*/ 761981 h 1560617"/>
                <a:gd name="connsiteX70" fmla="*/ 992632 w 1319639"/>
                <a:gd name="connsiteY70" fmla="*/ 506086 h 1560617"/>
                <a:gd name="connsiteX71" fmla="*/ 989189 w 1319639"/>
                <a:gd name="connsiteY71" fmla="*/ 573789 h 1560617"/>
                <a:gd name="connsiteX72" fmla="*/ 981156 w 1319639"/>
                <a:gd name="connsiteY72" fmla="*/ 666738 h 1560617"/>
                <a:gd name="connsiteX73" fmla="*/ 752801 w 1319639"/>
                <a:gd name="connsiteY73" fmla="*/ 821652 h 1560617"/>
                <a:gd name="connsiteX74" fmla="*/ 798702 w 1319639"/>
                <a:gd name="connsiteY74" fmla="*/ 609362 h 1560617"/>
                <a:gd name="connsiteX75" fmla="*/ 968534 w 1319639"/>
                <a:gd name="connsiteY75" fmla="*/ 506086 h 1560617"/>
                <a:gd name="connsiteX76" fmla="*/ 1052302 w 1319639"/>
                <a:gd name="connsiteY76" fmla="*/ 397072 h 1560617"/>
                <a:gd name="connsiteX77" fmla="*/ 992632 w 1319639"/>
                <a:gd name="connsiteY77" fmla="*/ 506086 h 1560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1319639" h="1560617">
                  <a:moveTo>
                    <a:pt x="1201479" y="783784"/>
                  </a:moveTo>
                  <a:cubicBezTo>
                    <a:pt x="1201479" y="623132"/>
                    <a:pt x="1242789" y="471661"/>
                    <a:pt x="1313935" y="344287"/>
                  </a:cubicBezTo>
                  <a:cubicBezTo>
                    <a:pt x="1184266" y="142324"/>
                    <a:pt x="968534" y="10360"/>
                    <a:pt x="725261" y="10360"/>
                  </a:cubicBezTo>
                  <a:cubicBezTo>
                    <a:pt x="330516" y="10360"/>
                    <a:pt x="10360" y="356909"/>
                    <a:pt x="10360" y="784932"/>
                  </a:cubicBezTo>
                  <a:cubicBezTo>
                    <a:pt x="10360" y="1170496"/>
                    <a:pt x="270846" y="1490652"/>
                    <a:pt x="611657" y="1549175"/>
                  </a:cubicBezTo>
                  <a:cubicBezTo>
                    <a:pt x="558872" y="1519340"/>
                    <a:pt x="495758" y="1478030"/>
                    <a:pt x="463628" y="1435571"/>
                  </a:cubicBezTo>
                  <a:cubicBezTo>
                    <a:pt x="436088" y="1398851"/>
                    <a:pt x="452153" y="1374753"/>
                    <a:pt x="455595" y="1342623"/>
                  </a:cubicBezTo>
                  <a:cubicBezTo>
                    <a:pt x="457890" y="1317378"/>
                    <a:pt x="454448" y="1288690"/>
                    <a:pt x="452153" y="1274920"/>
                  </a:cubicBezTo>
                  <a:cubicBezTo>
                    <a:pt x="438383" y="1237052"/>
                    <a:pt x="418875" y="1200331"/>
                    <a:pt x="392482" y="1164758"/>
                  </a:cubicBezTo>
                  <a:cubicBezTo>
                    <a:pt x="426908" y="1199184"/>
                    <a:pt x="454448" y="1235904"/>
                    <a:pt x="476251" y="1273772"/>
                  </a:cubicBezTo>
                  <a:cubicBezTo>
                    <a:pt x="518709" y="1287542"/>
                    <a:pt x="603624" y="1320820"/>
                    <a:pt x="646082" y="1377048"/>
                  </a:cubicBezTo>
                  <a:cubicBezTo>
                    <a:pt x="686245" y="1430981"/>
                    <a:pt x="693131" y="1511307"/>
                    <a:pt x="693131" y="1556060"/>
                  </a:cubicBezTo>
                  <a:cubicBezTo>
                    <a:pt x="703458" y="1556060"/>
                    <a:pt x="713786" y="1557208"/>
                    <a:pt x="724113" y="1557208"/>
                  </a:cubicBezTo>
                  <a:lnTo>
                    <a:pt x="749359" y="1557208"/>
                  </a:lnTo>
                  <a:cubicBezTo>
                    <a:pt x="749359" y="1512455"/>
                    <a:pt x="756244" y="1430981"/>
                    <a:pt x="796407" y="1377048"/>
                  </a:cubicBezTo>
                  <a:cubicBezTo>
                    <a:pt x="838865" y="1320820"/>
                    <a:pt x="922633" y="1287542"/>
                    <a:pt x="966238" y="1273772"/>
                  </a:cubicBezTo>
                  <a:cubicBezTo>
                    <a:pt x="988042" y="1234757"/>
                    <a:pt x="1016729" y="1198036"/>
                    <a:pt x="1050007" y="1164758"/>
                  </a:cubicBezTo>
                  <a:cubicBezTo>
                    <a:pt x="1024762" y="1200331"/>
                    <a:pt x="1004107" y="1237052"/>
                    <a:pt x="990336" y="1274920"/>
                  </a:cubicBezTo>
                  <a:cubicBezTo>
                    <a:pt x="988042" y="1288690"/>
                    <a:pt x="984599" y="1317378"/>
                    <a:pt x="986894" y="1342623"/>
                  </a:cubicBezTo>
                  <a:cubicBezTo>
                    <a:pt x="990336" y="1374753"/>
                    <a:pt x="1006401" y="1398851"/>
                    <a:pt x="978861" y="1435571"/>
                  </a:cubicBezTo>
                  <a:cubicBezTo>
                    <a:pt x="946731" y="1478030"/>
                    <a:pt x="881323" y="1520488"/>
                    <a:pt x="828537" y="1550323"/>
                  </a:cubicBezTo>
                  <a:cubicBezTo>
                    <a:pt x="1028204" y="1518192"/>
                    <a:pt x="1201479" y="1396556"/>
                    <a:pt x="1311640" y="1224429"/>
                  </a:cubicBezTo>
                  <a:cubicBezTo>
                    <a:pt x="1241642" y="1095908"/>
                    <a:pt x="1201479" y="945583"/>
                    <a:pt x="1201479" y="783784"/>
                  </a:cubicBezTo>
                  <a:moveTo>
                    <a:pt x="693131" y="1334590"/>
                  </a:moveTo>
                  <a:cubicBezTo>
                    <a:pt x="693131" y="1334590"/>
                    <a:pt x="522151" y="1256559"/>
                    <a:pt x="464775" y="1179676"/>
                  </a:cubicBezTo>
                  <a:cubicBezTo>
                    <a:pt x="437235" y="1142956"/>
                    <a:pt x="453300" y="1118858"/>
                    <a:pt x="456743" y="1086728"/>
                  </a:cubicBezTo>
                  <a:cubicBezTo>
                    <a:pt x="459038" y="1061482"/>
                    <a:pt x="455595" y="1032794"/>
                    <a:pt x="453300" y="1020172"/>
                  </a:cubicBezTo>
                  <a:cubicBezTo>
                    <a:pt x="439530" y="982304"/>
                    <a:pt x="420022" y="945583"/>
                    <a:pt x="393630" y="910011"/>
                  </a:cubicBezTo>
                  <a:cubicBezTo>
                    <a:pt x="428055" y="944436"/>
                    <a:pt x="455595" y="981156"/>
                    <a:pt x="477398" y="1019024"/>
                  </a:cubicBezTo>
                  <a:cubicBezTo>
                    <a:pt x="519856" y="1032794"/>
                    <a:pt x="604772" y="1066072"/>
                    <a:pt x="647230" y="1122300"/>
                  </a:cubicBezTo>
                  <a:cubicBezTo>
                    <a:pt x="704606" y="1199184"/>
                    <a:pt x="693131" y="1334590"/>
                    <a:pt x="693131" y="1334590"/>
                  </a:cubicBezTo>
                  <a:moveTo>
                    <a:pt x="693131" y="1077547"/>
                  </a:moveTo>
                  <a:cubicBezTo>
                    <a:pt x="693131" y="1077547"/>
                    <a:pt x="522151" y="999516"/>
                    <a:pt x="464775" y="922633"/>
                  </a:cubicBezTo>
                  <a:cubicBezTo>
                    <a:pt x="437235" y="885913"/>
                    <a:pt x="453300" y="861815"/>
                    <a:pt x="456743" y="829685"/>
                  </a:cubicBezTo>
                  <a:cubicBezTo>
                    <a:pt x="459038" y="804439"/>
                    <a:pt x="455595" y="775751"/>
                    <a:pt x="453300" y="761981"/>
                  </a:cubicBezTo>
                  <a:cubicBezTo>
                    <a:pt x="439530" y="724113"/>
                    <a:pt x="420022" y="687393"/>
                    <a:pt x="393630" y="651820"/>
                  </a:cubicBezTo>
                  <a:cubicBezTo>
                    <a:pt x="428055" y="686245"/>
                    <a:pt x="455595" y="722966"/>
                    <a:pt x="477398" y="760834"/>
                  </a:cubicBezTo>
                  <a:cubicBezTo>
                    <a:pt x="519856" y="774604"/>
                    <a:pt x="604772" y="807882"/>
                    <a:pt x="647230" y="864110"/>
                  </a:cubicBezTo>
                  <a:cubicBezTo>
                    <a:pt x="704606" y="943288"/>
                    <a:pt x="693131" y="1077547"/>
                    <a:pt x="693131" y="1077547"/>
                  </a:cubicBezTo>
                  <a:moveTo>
                    <a:pt x="693131" y="821652"/>
                  </a:moveTo>
                  <a:cubicBezTo>
                    <a:pt x="693131" y="821652"/>
                    <a:pt x="522151" y="743621"/>
                    <a:pt x="464775" y="666738"/>
                  </a:cubicBezTo>
                  <a:cubicBezTo>
                    <a:pt x="437235" y="630017"/>
                    <a:pt x="453300" y="605920"/>
                    <a:pt x="456743" y="573789"/>
                  </a:cubicBezTo>
                  <a:cubicBezTo>
                    <a:pt x="459038" y="548544"/>
                    <a:pt x="455595" y="519856"/>
                    <a:pt x="453300" y="506086"/>
                  </a:cubicBezTo>
                  <a:cubicBezTo>
                    <a:pt x="439530" y="468218"/>
                    <a:pt x="420022" y="431498"/>
                    <a:pt x="393630" y="395925"/>
                  </a:cubicBezTo>
                  <a:cubicBezTo>
                    <a:pt x="428055" y="430350"/>
                    <a:pt x="455595" y="467070"/>
                    <a:pt x="477398" y="504938"/>
                  </a:cubicBezTo>
                  <a:cubicBezTo>
                    <a:pt x="519856" y="518709"/>
                    <a:pt x="604772" y="551986"/>
                    <a:pt x="647230" y="608215"/>
                  </a:cubicBezTo>
                  <a:cubicBezTo>
                    <a:pt x="704606" y="686245"/>
                    <a:pt x="693131" y="821652"/>
                    <a:pt x="693131" y="821652"/>
                  </a:cubicBezTo>
                  <a:moveTo>
                    <a:pt x="721818" y="599034"/>
                  </a:moveTo>
                  <a:cubicBezTo>
                    <a:pt x="721818" y="599034"/>
                    <a:pt x="690836" y="541659"/>
                    <a:pt x="657558" y="515266"/>
                  </a:cubicBezTo>
                  <a:cubicBezTo>
                    <a:pt x="631165" y="494611"/>
                    <a:pt x="602477" y="471661"/>
                    <a:pt x="602477" y="441825"/>
                  </a:cubicBezTo>
                  <a:cubicBezTo>
                    <a:pt x="603624" y="354614"/>
                    <a:pt x="721818" y="239863"/>
                    <a:pt x="721818" y="239863"/>
                  </a:cubicBezTo>
                  <a:cubicBezTo>
                    <a:pt x="721818" y="239863"/>
                    <a:pt x="840012" y="354614"/>
                    <a:pt x="840012" y="440678"/>
                  </a:cubicBezTo>
                  <a:cubicBezTo>
                    <a:pt x="840012" y="470513"/>
                    <a:pt x="811324" y="493463"/>
                    <a:pt x="784932" y="514119"/>
                  </a:cubicBezTo>
                  <a:cubicBezTo>
                    <a:pt x="753949" y="541659"/>
                    <a:pt x="721818" y="599034"/>
                    <a:pt x="721818" y="599034"/>
                  </a:cubicBezTo>
                  <a:moveTo>
                    <a:pt x="992632" y="1019024"/>
                  </a:moveTo>
                  <a:cubicBezTo>
                    <a:pt x="990336" y="1032794"/>
                    <a:pt x="986894" y="1060335"/>
                    <a:pt x="989189" y="1085580"/>
                  </a:cubicBezTo>
                  <a:cubicBezTo>
                    <a:pt x="992632" y="1117710"/>
                    <a:pt x="1008697" y="1141808"/>
                    <a:pt x="981156" y="1178529"/>
                  </a:cubicBezTo>
                  <a:cubicBezTo>
                    <a:pt x="923781" y="1255412"/>
                    <a:pt x="752801" y="1333443"/>
                    <a:pt x="752801" y="1333443"/>
                  </a:cubicBezTo>
                  <a:cubicBezTo>
                    <a:pt x="752801" y="1333443"/>
                    <a:pt x="741326" y="1198036"/>
                    <a:pt x="798702" y="1121153"/>
                  </a:cubicBezTo>
                  <a:cubicBezTo>
                    <a:pt x="841160" y="1064925"/>
                    <a:pt x="924928" y="1031647"/>
                    <a:pt x="968534" y="1017877"/>
                  </a:cubicBezTo>
                  <a:cubicBezTo>
                    <a:pt x="990336" y="978861"/>
                    <a:pt x="1019024" y="942141"/>
                    <a:pt x="1052302" y="908863"/>
                  </a:cubicBezTo>
                  <a:cubicBezTo>
                    <a:pt x="1025909" y="943288"/>
                    <a:pt x="1006401" y="981156"/>
                    <a:pt x="992632" y="1019024"/>
                  </a:cubicBezTo>
                  <a:moveTo>
                    <a:pt x="992632" y="761981"/>
                  </a:moveTo>
                  <a:cubicBezTo>
                    <a:pt x="990336" y="775751"/>
                    <a:pt x="986894" y="804439"/>
                    <a:pt x="989189" y="829685"/>
                  </a:cubicBezTo>
                  <a:cubicBezTo>
                    <a:pt x="992632" y="861815"/>
                    <a:pt x="1008697" y="885913"/>
                    <a:pt x="981156" y="922633"/>
                  </a:cubicBezTo>
                  <a:cubicBezTo>
                    <a:pt x="923781" y="999516"/>
                    <a:pt x="752801" y="1077547"/>
                    <a:pt x="752801" y="1077547"/>
                  </a:cubicBezTo>
                  <a:cubicBezTo>
                    <a:pt x="752801" y="1077547"/>
                    <a:pt x="741326" y="942141"/>
                    <a:pt x="798702" y="865257"/>
                  </a:cubicBezTo>
                  <a:cubicBezTo>
                    <a:pt x="841160" y="809029"/>
                    <a:pt x="924928" y="775751"/>
                    <a:pt x="968534" y="761981"/>
                  </a:cubicBezTo>
                  <a:cubicBezTo>
                    <a:pt x="990336" y="722966"/>
                    <a:pt x="1019024" y="686245"/>
                    <a:pt x="1052302" y="652968"/>
                  </a:cubicBezTo>
                  <a:cubicBezTo>
                    <a:pt x="1025909" y="687393"/>
                    <a:pt x="1006401" y="724113"/>
                    <a:pt x="992632" y="761981"/>
                  </a:cubicBezTo>
                  <a:moveTo>
                    <a:pt x="992632" y="506086"/>
                  </a:moveTo>
                  <a:cubicBezTo>
                    <a:pt x="990336" y="519856"/>
                    <a:pt x="986894" y="547396"/>
                    <a:pt x="989189" y="573789"/>
                  </a:cubicBezTo>
                  <a:cubicBezTo>
                    <a:pt x="992632" y="605920"/>
                    <a:pt x="1008697" y="630017"/>
                    <a:pt x="981156" y="666738"/>
                  </a:cubicBezTo>
                  <a:cubicBezTo>
                    <a:pt x="923781" y="743621"/>
                    <a:pt x="752801" y="821652"/>
                    <a:pt x="752801" y="821652"/>
                  </a:cubicBezTo>
                  <a:cubicBezTo>
                    <a:pt x="752801" y="821652"/>
                    <a:pt x="741326" y="686245"/>
                    <a:pt x="798702" y="609362"/>
                  </a:cubicBezTo>
                  <a:cubicBezTo>
                    <a:pt x="841160" y="553134"/>
                    <a:pt x="924928" y="519856"/>
                    <a:pt x="968534" y="506086"/>
                  </a:cubicBezTo>
                  <a:cubicBezTo>
                    <a:pt x="990336" y="467070"/>
                    <a:pt x="1019024" y="430350"/>
                    <a:pt x="1052302" y="397072"/>
                  </a:cubicBezTo>
                  <a:cubicBezTo>
                    <a:pt x="1025909" y="430350"/>
                    <a:pt x="1006401" y="468218"/>
                    <a:pt x="992632" y="506086"/>
                  </a:cubicBezTo>
                </a:path>
              </a:pathLst>
            </a:custGeom>
            <a:solidFill>
              <a:srgbClr val="FFA606"/>
            </a:solidFill>
            <a:ln w="114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8C8CEFE0-4017-4B2F-88A8-A4B433E9F6F4}"/>
                </a:ext>
              </a:extLst>
            </p:cNvPr>
            <p:cNvSpPr/>
            <p:nvPr/>
          </p:nvSpPr>
          <p:spPr>
            <a:xfrm>
              <a:off x="4653909" y="1536963"/>
              <a:ext cx="149177" cy="550806"/>
            </a:xfrm>
            <a:custGeom>
              <a:avLst/>
              <a:gdLst>
                <a:gd name="connsiteX0" fmla="*/ 75858 w 149176"/>
                <a:gd name="connsiteY0" fmla="*/ 75858 h 550806"/>
                <a:gd name="connsiteX1" fmla="*/ 75858 w 149176"/>
                <a:gd name="connsiteY1" fmla="*/ 478635 h 550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176" h="550806">
                  <a:moveTo>
                    <a:pt x="75858" y="75858"/>
                  </a:moveTo>
                  <a:lnTo>
                    <a:pt x="75858" y="478635"/>
                  </a:lnTo>
                </a:path>
              </a:pathLst>
            </a:custGeom>
            <a:grpFill/>
            <a:ln w="83955" cap="rnd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703C50B8-C59E-4925-91D6-5BAC7B49CB77}"/>
                </a:ext>
              </a:extLst>
            </p:cNvPr>
            <p:cNvSpPr/>
            <p:nvPr/>
          </p:nvSpPr>
          <p:spPr>
            <a:xfrm>
              <a:off x="591802" y="3484382"/>
              <a:ext cx="4831030" cy="195077"/>
            </a:xfrm>
            <a:custGeom>
              <a:avLst/>
              <a:gdLst>
                <a:gd name="connsiteX0" fmla="*/ 10360 w 4831029"/>
                <a:gd name="connsiteY0" fmla="*/ 149209 h 195077"/>
                <a:gd name="connsiteX1" fmla="*/ 10360 w 4831029"/>
                <a:gd name="connsiteY1" fmla="*/ 11507 h 195077"/>
                <a:gd name="connsiteX2" fmla="*/ 98719 w 4831029"/>
                <a:gd name="connsiteY2" fmla="*/ 11507 h 195077"/>
                <a:gd name="connsiteX3" fmla="*/ 98719 w 4831029"/>
                <a:gd name="connsiteY3" fmla="*/ 31015 h 195077"/>
                <a:gd name="connsiteX4" fmla="*/ 31015 w 4831029"/>
                <a:gd name="connsiteY4" fmla="*/ 31015 h 195077"/>
                <a:gd name="connsiteX5" fmla="*/ 31015 w 4831029"/>
                <a:gd name="connsiteY5" fmla="*/ 71178 h 195077"/>
                <a:gd name="connsiteX6" fmla="*/ 88391 w 4831029"/>
                <a:gd name="connsiteY6" fmla="*/ 71178 h 195077"/>
                <a:gd name="connsiteX7" fmla="*/ 88391 w 4831029"/>
                <a:gd name="connsiteY7" fmla="*/ 89539 h 195077"/>
                <a:gd name="connsiteX8" fmla="*/ 31015 w 4831029"/>
                <a:gd name="connsiteY8" fmla="*/ 89539 h 195077"/>
                <a:gd name="connsiteX9" fmla="*/ 31015 w 4831029"/>
                <a:gd name="connsiteY9" fmla="*/ 130849 h 195077"/>
                <a:gd name="connsiteX10" fmla="*/ 98719 w 4831029"/>
                <a:gd name="connsiteY10" fmla="*/ 130849 h 195077"/>
                <a:gd name="connsiteX11" fmla="*/ 98719 w 4831029"/>
                <a:gd name="connsiteY11" fmla="*/ 149209 h 195077"/>
                <a:gd name="connsiteX12" fmla="*/ 176750 w 4831029"/>
                <a:gd name="connsiteY12" fmla="*/ 95276 h 195077"/>
                <a:gd name="connsiteX13" fmla="*/ 145767 w 4831029"/>
                <a:gd name="connsiteY13" fmla="*/ 95276 h 195077"/>
                <a:gd name="connsiteX14" fmla="*/ 145767 w 4831029"/>
                <a:gd name="connsiteY14" fmla="*/ 149209 h 195077"/>
                <a:gd name="connsiteX15" fmla="*/ 125112 w 4831029"/>
                <a:gd name="connsiteY15" fmla="*/ 149209 h 195077"/>
                <a:gd name="connsiteX16" fmla="*/ 125112 w 4831029"/>
                <a:gd name="connsiteY16" fmla="*/ 11507 h 195077"/>
                <a:gd name="connsiteX17" fmla="*/ 177897 w 4831029"/>
                <a:gd name="connsiteY17" fmla="*/ 11507 h 195077"/>
                <a:gd name="connsiteX18" fmla="*/ 222650 w 4831029"/>
                <a:gd name="connsiteY18" fmla="*/ 52818 h 195077"/>
                <a:gd name="connsiteX19" fmla="*/ 176750 w 4831029"/>
                <a:gd name="connsiteY19" fmla="*/ 95276 h 195077"/>
                <a:gd name="connsiteX20" fmla="*/ 175602 w 4831029"/>
                <a:gd name="connsiteY20" fmla="*/ 31015 h 195077"/>
                <a:gd name="connsiteX21" fmla="*/ 145767 w 4831029"/>
                <a:gd name="connsiteY21" fmla="*/ 31015 h 195077"/>
                <a:gd name="connsiteX22" fmla="*/ 145767 w 4831029"/>
                <a:gd name="connsiteY22" fmla="*/ 76916 h 195077"/>
                <a:gd name="connsiteX23" fmla="*/ 175602 w 4831029"/>
                <a:gd name="connsiteY23" fmla="*/ 76916 h 195077"/>
                <a:gd name="connsiteX24" fmla="*/ 199700 w 4831029"/>
                <a:gd name="connsiteY24" fmla="*/ 53966 h 195077"/>
                <a:gd name="connsiteX25" fmla="*/ 175602 w 4831029"/>
                <a:gd name="connsiteY25" fmla="*/ 31015 h 195077"/>
                <a:gd name="connsiteX26" fmla="*/ 280026 w 4831029"/>
                <a:gd name="connsiteY26" fmla="*/ 150357 h 195077"/>
                <a:gd name="connsiteX27" fmla="*/ 230683 w 4831029"/>
                <a:gd name="connsiteY27" fmla="*/ 131996 h 195077"/>
                <a:gd name="connsiteX28" fmla="*/ 244453 w 4831029"/>
                <a:gd name="connsiteY28" fmla="*/ 118226 h 195077"/>
                <a:gd name="connsiteX29" fmla="*/ 280026 w 4831029"/>
                <a:gd name="connsiteY29" fmla="*/ 130849 h 195077"/>
                <a:gd name="connsiteX30" fmla="*/ 308714 w 4831029"/>
                <a:gd name="connsiteY30" fmla="*/ 110194 h 195077"/>
                <a:gd name="connsiteX31" fmla="*/ 302976 w 4831029"/>
                <a:gd name="connsiteY31" fmla="*/ 96424 h 195077"/>
                <a:gd name="connsiteX32" fmla="*/ 288058 w 4831029"/>
                <a:gd name="connsiteY32" fmla="*/ 90686 h 195077"/>
                <a:gd name="connsiteX33" fmla="*/ 271993 w 4831029"/>
                <a:gd name="connsiteY33" fmla="*/ 88391 h 195077"/>
                <a:gd name="connsiteX34" fmla="*/ 245600 w 4831029"/>
                <a:gd name="connsiteY34" fmla="*/ 76916 h 195077"/>
                <a:gd name="connsiteX35" fmla="*/ 235273 w 4831029"/>
                <a:gd name="connsiteY35" fmla="*/ 50523 h 195077"/>
                <a:gd name="connsiteX36" fmla="*/ 281173 w 4831029"/>
                <a:gd name="connsiteY36" fmla="*/ 10360 h 195077"/>
                <a:gd name="connsiteX37" fmla="*/ 323631 w 4831029"/>
                <a:gd name="connsiteY37" fmla="*/ 26425 h 195077"/>
                <a:gd name="connsiteX38" fmla="*/ 309861 w 4831029"/>
                <a:gd name="connsiteY38" fmla="*/ 39048 h 195077"/>
                <a:gd name="connsiteX39" fmla="*/ 280026 w 4831029"/>
                <a:gd name="connsiteY39" fmla="*/ 28720 h 195077"/>
                <a:gd name="connsiteX40" fmla="*/ 254781 w 4831029"/>
                <a:gd name="connsiteY40" fmla="*/ 50523 h 195077"/>
                <a:gd name="connsiteX41" fmla="*/ 260518 w 4831029"/>
                <a:gd name="connsiteY41" fmla="*/ 63146 h 195077"/>
                <a:gd name="connsiteX42" fmla="*/ 276583 w 4831029"/>
                <a:gd name="connsiteY42" fmla="*/ 70031 h 195077"/>
                <a:gd name="connsiteX43" fmla="*/ 292648 w 4831029"/>
                <a:gd name="connsiteY43" fmla="*/ 72326 h 195077"/>
                <a:gd name="connsiteX44" fmla="*/ 317894 w 4831029"/>
                <a:gd name="connsiteY44" fmla="*/ 82653 h 195077"/>
                <a:gd name="connsiteX45" fmla="*/ 329369 w 4831029"/>
                <a:gd name="connsiteY45" fmla="*/ 111341 h 195077"/>
                <a:gd name="connsiteX46" fmla="*/ 280026 w 4831029"/>
                <a:gd name="connsiteY46" fmla="*/ 150357 h 195077"/>
                <a:gd name="connsiteX47" fmla="*/ 430350 w 4831029"/>
                <a:gd name="connsiteY47" fmla="*/ 149209 h 195077"/>
                <a:gd name="connsiteX48" fmla="*/ 401662 w 4831029"/>
                <a:gd name="connsiteY48" fmla="*/ 90686 h 195077"/>
                <a:gd name="connsiteX49" fmla="*/ 375269 w 4831029"/>
                <a:gd name="connsiteY49" fmla="*/ 90686 h 195077"/>
                <a:gd name="connsiteX50" fmla="*/ 375269 w 4831029"/>
                <a:gd name="connsiteY50" fmla="*/ 149209 h 195077"/>
                <a:gd name="connsiteX51" fmla="*/ 354614 w 4831029"/>
                <a:gd name="connsiteY51" fmla="*/ 149209 h 195077"/>
                <a:gd name="connsiteX52" fmla="*/ 354614 w 4831029"/>
                <a:gd name="connsiteY52" fmla="*/ 11507 h 195077"/>
                <a:gd name="connsiteX53" fmla="*/ 408547 w 4831029"/>
                <a:gd name="connsiteY53" fmla="*/ 11507 h 195077"/>
                <a:gd name="connsiteX54" fmla="*/ 451005 w 4831029"/>
                <a:gd name="connsiteY54" fmla="*/ 51670 h 195077"/>
                <a:gd name="connsiteX55" fmla="*/ 423465 w 4831029"/>
                <a:gd name="connsiteY55" fmla="*/ 88391 h 195077"/>
                <a:gd name="connsiteX56" fmla="*/ 455595 w 4831029"/>
                <a:gd name="connsiteY56" fmla="*/ 149209 h 195077"/>
                <a:gd name="connsiteX57" fmla="*/ 430350 w 4831029"/>
                <a:gd name="connsiteY57" fmla="*/ 149209 h 195077"/>
                <a:gd name="connsiteX58" fmla="*/ 406252 w 4831029"/>
                <a:gd name="connsiteY58" fmla="*/ 31015 h 195077"/>
                <a:gd name="connsiteX59" fmla="*/ 375269 w 4831029"/>
                <a:gd name="connsiteY59" fmla="*/ 31015 h 195077"/>
                <a:gd name="connsiteX60" fmla="*/ 375269 w 4831029"/>
                <a:gd name="connsiteY60" fmla="*/ 74621 h 195077"/>
                <a:gd name="connsiteX61" fmla="*/ 406252 w 4831029"/>
                <a:gd name="connsiteY61" fmla="*/ 74621 h 195077"/>
                <a:gd name="connsiteX62" fmla="*/ 429203 w 4831029"/>
                <a:gd name="connsiteY62" fmla="*/ 52818 h 195077"/>
                <a:gd name="connsiteX63" fmla="*/ 406252 w 4831029"/>
                <a:gd name="connsiteY63" fmla="*/ 31015 h 195077"/>
                <a:gd name="connsiteX64" fmla="*/ 523299 w 4831029"/>
                <a:gd name="connsiteY64" fmla="*/ 150357 h 195077"/>
                <a:gd name="connsiteX65" fmla="*/ 486578 w 4831029"/>
                <a:gd name="connsiteY65" fmla="*/ 135439 h 195077"/>
                <a:gd name="connsiteX66" fmla="*/ 472808 w 4831029"/>
                <a:gd name="connsiteY66" fmla="*/ 80358 h 195077"/>
                <a:gd name="connsiteX67" fmla="*/ 486578 w 4831029"/>
                <a:gd name="connsiteY67" fmla="*/ 25278 h 195077"/>
                <a:gd name="connsiteX68" fmla="*/ 523299 w 4831029"/>
                <a:gd name="connsiteY68" fmla="*/ 10360 h 195077"/>
                <a:gd name="connsiteX69" fmla="*/ 572642 w 4831029"/>
                <a:gd name="connsiteY69" fmla="*/ 52818 h 195077"/>
                <a:gd name="connsiteX70" fmla="*/ 550839 w 4831029"/>
                <a:gd name="connsiteY70" fmla="*/ 52818 h 195077"/>
                <a:gd name="connsiteX71" fmla="*/ 523299 w 4831029"/>
                <a:gd name="connsiteY71" fmla="*/ 28720 h 195077"/>
                <a:gd name="connsiteX72" fmla="*/ 502643 w 4831029"/>
                <a:gd name="connsiteY72" fmla="*/ 36753 h 195077"/>
                <a:gd name="connsiteX73" fmla="*/ 494611 w 4831029"/>
                <a:gd name="connsiteY73" fmla="*/ 79211 h 195077"/>
                <a:gd name="connsiteX74" fmla="*/ 502643 w 4831029"/>
                <a:gd name="connsiteY74" fmla="*/ 121669 h 195077"/>
                <a:gd name="connsiteX75" fmla="*/ 523299 w 4831029"/>
                <a:gd name="connsiteY75" fmla="*/ 129702 h 195077"/>
                <a:gd name="connsiteX76" fmla="*/ 551986 w 4831029"/>
                <a:gd name="connsiteY76" fmla="*/ 105604 h 195077"/>
                <a:gd name="connsiteX77" fmla="*/ 572642 w 4831029"/>
                <a:gd name="connsiteY77" fmla="*/ 105604 h 195077"/>
                <a:gd name="connsiteX78" fmla="*/ 523299 w 4831029"/>
                <a:gd name="connsiteY78" fmla="*/ 150357 h 195077"/>
                <a:gd name="connsiteX79" fmla="*/ 685098 w 4831029"/>
                <a:gd name="connsiteY79" fmla="*/ 150357 h 195077"/>
                <a:gd name="connsiteX80" fmla="*/ 648378 w 4831029"/>
                <a:gd name="connsiteY80" fmla="*/ 135439 h 195077"/>
                <a:gd name="connsiteX81" fmla="*/ 634607 w 4831029"/>
                <a:gd name="connsiteY81" fmla="*/ 80358 h 195077"/>
                <a:gd name="connsiteX82" fmla="*/ 648378 w 4831029"/>
                <a:gd name="connsiteY82" fmla="*/ 25278 h 195077"/>
                <a:gd name="connsiteX83" fmla="*/ 685098 w 4831029"/>
                <a:gd name="connsiteY83" fmla="*/ 10360 h 195077"/>
                <a:gd name="connsiteX84" fmla="*/ 734441 w 4831029"/>
                <a:gd name="connsiteY84" fmla="*/ 52818 h 195077"/>
                <a:gd name="connsiteX85" fmla="*/ 712638 w 4831029"/>
                <a:gd name="connsiteY85" fmla="*/ 52818 h 195077"/>
                <a:gd name="connsiteX86" fmla="*/ 685098 w 4831029"/>
                <a:gd name="connsiteY86" fmla="*/ 28720 h 195077"/>
                <a:gd name="connsiteX87" fmla="*/ 664443 w 4831029"/>
                <a:gd name="connsiteY87" fmla="*/ 36753 h 195077"/>
                <a:gd name="connsiteX88" fmla="*/ 656410 w 4831029"/>
                <a:gd name="connsiteY88" fmla="*/ 79211 h 195077"/>
                <a:gd name="connsiteX89" fmla="*/ 664443 w 4831029"/>
                <a:gd name="connsiteY89" fmla="*/ 121669 h 195077"/>
                <a:gd name="connsiteX90" fmla="*/ 685098 w 4831029"/>
                <a:gd name="connsiteY90" fmla="*/ 129702 h 195077"/>
                <a:gd name="connsiteX91" fmla="*/ 713786 w 4831029"/>
                <a:gd name="connsiteY91" fmla="*/ 105604 h 195077"/>
                <a:gd name="connsiteX92" fmla="*/ 734441 w 4831029"/>
                <a:gd name="connsiteY92" fmla="*/ 105604 h 195077"/>
                <a:gd name="connsiteX93" fmla="*/ 685098 w 4831029"/>
                <a:gd name="connsiteY93" fmla="*/ 150357 h 195077"/>
                <a:gd name="connsiteX94" fmla="*/ 771161 w 4831029"/>
                <a:gd name="connsiteY94" fmla="*/ 106751 h 195077"/>
                <a:gd name="connsiteX95" fmla="*/ 796407 w 4831029"/>
                <a:gd name="connsiteY95" fmla="*/ 134292 h 195077"/>
                <a:gd name="connsiteX96" fmla="*/ 820505 w 4831029"/>
                <a:gd name="connsiteY96" fmla="*/ 123964 h 195077"/>
                <a:gd name="connsiteX97" fmla="*/ 833127 w 4831029"/>
                <a:gd name="connsiteY97" fmla="*/ 135439 h 195077"/>
                <a:gd name="connsiteX98" fmla="*/ 796407 w 4831029"/>
                <a:gd name="connsiteY98" fmla="*/ 150357 h 195077"/>
                <a:gd name="connsiteX99" fmla="*/ 751654 w 4831029"/>
                <a:gd name="connsiteY99" fmla="*/ 99866 h 195077"/>
                <a:gd name="connsiteX100" fmla="*/ 792964 w 4831029"/>
                <a:gd name="connsiteY100" fmla="*/ 49376 h 195077"/>
                <a:gd name="connsiteX101" fmla="*/ 834275 w 4831029"/>
                <a:gd name="connsiteY101" fmla="*/ 96424 h 195077"/>
                <a:gd name="connsiteX102" fmla="*/ 834275 w 4831029"/>
                <a:gd name="connsiteY102" fmla="*/ 105604 h 195077"/>
                <a:gd name="connsiteX103" fmla="*/ 771161 w 4831029"/>
                <a:gd name="connsiteY103" fmla="*/ 105604 h 195077"/>
                <a:gd name="connsiteX104" fmla="*/ 813619 w 4831029"/>
                <a:gd name="connsiteY104" fmla="*/ 79211 h 195077"/>
                <a:gd name="connsiteX105" fmla="*/ 794112 w 4831029"/>
                <a:gd name="connsiteY105" fmla="*/ 66588 h 195077"/>
                <a:gd name="connsiteX106" fmla="*/ 774604 w 4831029"/>
                <a:gd name="connsiteY106" fmla="*/ 79211 h 195077"/>
                <a:gd name="connsiteX107" fmla="*/ 772309 w 4831029"/>
                <a:gd name="connsiteY107" fmla="*/ 92981 h 195077"/>
                <a:gd name="connsiteX108" fmla="*/ 817062 w 4831029"/>
                <a:gd name="connsiteY108" fmla="*/ 92981 h 195077"/>
                <a:gd name="connsiteX109" fmla="*/ 813619 w 4831029"/>
                <a:gd name="connsiteY109" fmla="*/ 79211 h 195077"/>
                <a:gd name="connsiteX110" fmla="*/ 918043 w 4831029"/>
                <a:gd name="connsiteY110" fmla="*/ 149209 h 195077"/>
                <a:gd name="connsiteX111" fmla="*/ 918043 w 4831029"/>
                <a:gd name="connsiteY111" fmla="*/ 89539 h 195077"/>
                <a:gd name="connsiteX112" fmla="*/ 898535 w 4831029"/>
                <a:gd name="connsiteY112" fmla="*/ 67736 h 195077"/>
                <a:gd name="connsiteX113" fmla="*/ 877880 w 4831029"/>
                <a:gd name="connsiteY113" fmla="*/ 89539 h 195077"/>
                <a:gd name="connsiteX114" fmla="*/ 877880 w 4831029"/>
                <a:gd name="connsiteY114" fmla="*/ 149209 h 195077"/>
                <a:gd name="connsiteX115" fmla="*/ 858372 w 4831029"/>
                <a:gd name="connsiteY115" fmla="*/ 149209 h 195077"/>
                <a:gd name="connsiteX116" fmla="*/ 858372 w 4831029"/>
                <a:gd name="connsiteY116" fmla="*/ 51670 h 195077"/>
                <a:gd name="connsiteX117" fmla="*/ 877880 w 4831029"/>
                <a:gd name="connsiteY117" fmla="*/ 51670 h 195077"/>
                <a:gd name="connsiteX118" fmla="*/ 877880 w 4831029"/>
                <a:gd name="connsiteY118" fmla="*/ 61998 h 195077"/>
                <a:gd name="connsiteX119" fmla="*/ 904273 w 4831029"/>
                <a:gd name="connsiteY119" fmla="*/ 50523 h 195077"/>
                <a:gd name="connsiteX120" fmla="*/ 928371 w 4831029"/>
                <a:gd name="connsiteY120" fmla="*/ 59703 h 195077"/>
                <a:gd name="connsiteX121" fmla="*/ 938698 w 4831029"/>
                <a:gd name="connsiteY121" fmla="*/ 87243 h 195077"/>
                <a:gd name="connsiteX122" fmla="*/ 938698 w 4831029"/>
                <a:gd name="connsiteY122" fmla="*/ 150357 h 195077"/>
                <a:gd name="connsiteX123" fmla="*/ 918043 w 4831029"/>
                <a:gd name="connsiteY123" fmla="*/ 150357 h 195077"/>
                <a:gd name="connsiteX124" fmla="*/ 994926 w 4831029"/>
                <a:gd name="connsiteY124" fmla="*/ 149209 h 195077"/>
                <a:gd name="connsiteX125" fmla="*/ 967386 w 4831029"/>
                <a:gd name="connsiteY125" fmla="*/ 121669 h 195077"/>
                <a:gd name="connsiteX126" fmla="*/ 967386 w 4831029"/>
                <a:gd name="connsiteY126" fmla="*/ 67736 h 195077"/>
                <a:gd name="connsiteX127" fmla="*/ 955911 w 4831029"/>
                <a:gd name="connsiteY127" fmla="*/ 67736 h 195077"/>
                <a:gd name="connsiteX128" fmla="*/ 955911 w 4831029"/>
                <a:gd name="connsiteY128" fmla="*/ 53966 h 195077"/>
                <a:gd name="connsiteX129" fmla="*/ 967386 w 4831029"/>
                <a:gd name="connsiteY129" fmla="*/ 53966 h 195077"/>
                <a:gd name="connsiteX130" fmla="*/ 967386 w 4831029"/>
                <a:gd name="connsiteY130" fmla="*/ 24130 h 195077"/>
                <a:gd name="connsiteX131" fmla="*/ 986894 w 4831029"/>
                <a:gd name="connsiteY131" fmla="*/ 24130 h 195077"/>
                <a:gd name="connsiteX132" fmla="*/ 986894 w 4831029"/>
                <a:gd name="connsiteY132" fmla="*/ 53966 h 195077"/>
                <a:gd name="connsiteX133" fmla="*/ 1006402 w 4831029"/>
                <a:gd name="connsiteY133" fmla="*/ 53966 h 195077"/>
                <a:gd name="connsiteX134" fmla="*/ 1006402 w 4831029"/>
                <a:gd name="connsiteY134" fmla="*/ 68883 h 195077"/>
                <a:gd name="connsiteX135" fmla="*/ 986894 w 4831029"/>
                <a:gd name="connsiteY135" fmla="*/ 68883 h 195077"/>
                <a:gd name="connsiteX136" fmla="*/ 986894 w 4831029"/>
                <a:gd name="connsiteY136" fmla="*/ 121669 h 195077"/>
                <a:gd name="connsiteX137" fmla="*/ 997221 w 4831029"/>
                <a:gd name="connsiteY137" fmla="*/ 133144 h 195077"/>
                <a:gd name="connsiteX138" fmla="*/ 1006402 w 4831029"/>
                <a:gd name="connsiteY138" fmla="*/ 133144 h 195077"/>
                <a:gd name="connsiteX139" fmla="*/ 1006402 w 4831029"/>
                <a:gd name="connsiteY139" fmla="*/ 150357 h 195077"/>
                <a:gd name="connsiteX140" fmla="*/ 994926 w 4831029"/>
                <a:gd name="connsiteY140" fmla="*/ 150357 h 195077"/>
                <a:gd name="connsiteX141" fmla="*/ 1083285 w 4831029"/>
                <a:gd name="connsiteY141" fmla="*/ 74621 h 195077"/>
                <a:gd name="connsiteX142" fmla="*/ 1068367 w 4831029"/>
                <a:gd name="connsiteY142" fmla="*/ 67736 h 195077"/>
                <a:gd name="connsiteX143" fmla="*/ 1048860 w 4831029"/>
                <a:gd name="connsiteY143" fmla="*/ 89539 h 195077"/>
                <a:gd name="connsiteX144" fmla="*/ 1048860 w 4831029"/>
                <a:gd name="connsiteY144" fmla="*/ 149209 h 195077"/>
                <a:gd name="connsiteX145" fmla="*/ 1029352 w 4831029"/>
                <a:gd name="connsiteY145" fmla="*/ 149209 h 195077"/>
                <a:gd name="connsiteX146" fmla="*/ 1029352 w 4831029"/>
                <a:gd name="connsiteY146" fmla="*/ 51670 h 195077"/>
                <a:gd name="connsiteX147" fmla="*/ 1048860 w 4831029"/>
                <a:gd name="connsiteY147" fmla="*/ 51670 h 195077"/>
                <a:gd name="connsiteX148" fmla="*/ 1048860 w 4831029"/>
                <a:gd name="connsiteY148" fmla="*/ 61998 h 195077"/>
                <a:gd name="connsiteX149" fmla="*/ 1075252 w 4831029"/>
                <a:gd name="connsiteY149" fmla="*/ 50523 h 195077"/>
                <a:gd name="connsiteX150" fmla="*/ 1098203 w 4831029"/>
                <a:gd name="connsiteY150" fmla="*/ 59703 h 195077"/>
                <a:gd name="connsiteX151" fmla="*/ 1083285 w 4831029"/>
                <a:gd name="connsiteY151" fmla="*/ 74621 h 195077"/>
                <a:gd name="connsiteX152" fmla="*/ 1118858 w 4831029"/>
                <a:gd name="connsiteY152" fmla="*/ 106751 h 195077"/>
                <a:gd name="connsiteX153" fmla="*/ 1144103 w 4831029"/>
                <a:gd name="connsiteY153" fmla="*/ 134292 h 195077"/>
                <a:gd name="connsiteX154" fmla="*/ 1168201 w 4831029"/>
                <a:gd name="connsiteY154" fmla="*/ 123964 h 195077"/>
                <a:gd name="connsiteX155" fmla="*/ 1180824 w 4831029"/>
                <a:gd name="connsiteY155" fmla="*/ 135439 h 195077"/>
                <a:gd name="connsiteX156" fmla="*/ 1144103 w 4831029"/>
                <a:gd name="connsiteY156" fmla="*/ 150357 h 195077"/>
                <a:gd name="connsiteX157" fmla="*/ 1099350 w 4831029"/>
                <a:gd name="connsiteY157" fmla="*/ 99866 h 195077"/>
                <a:gd name="connsiteX158" fmla="*/ 1140661 w 4831029"/>
                <a:gd name="connsiteY158" fmla="*/ 49376 h 195077"/>
                <a:gd name="connsiteX159" fmla="*/ 1181971 w 4831029"/>
                <a:gd name="connsiteY159" fmla="*/ 96424 h 195077"/>
                <a:gd name="connsiteX160" fmla="*/ 1181971 w 4831029"/>
                <a:gd name="connsiteY160" fmla="*/ 105604 h 195077"/>
                <a:gd name="connsiteX161" fmla="*/ 1118858 w 4831029"/>
                <a:gd name="connsiteY161" fmla="*/ 105604 h 195077"/>
                <a:gd name="connsiteX162" fmla="*/ 1161316 w 4831029"/>
                <a:gd name="connsiteY162" fmla="*/ 79211 h 195077"/>
                <a:gd name="connsiteX163" fmla="*/ 1141808 w 4831029"/>
                <a:gd name="connsiteY163" fmla="*/ 66588 h 195077"/>
                <a:gd name="connsiteX164" fmla="*/ 1122300 w 4831029"/>
                <a:gd name="connsiteY164" fmla="*/ 79211 h 195077"/>
                <a:gd name="connsiteX165" fmla="*/ 1120005 w 4831029"/>
                <a:gd name="connsiteY165" fmla="*/ 92981 h 195077"/>
                <a:gd name="connsiteX166" fmla="*/ 1164758 w 4831029"/>
                <a:gd name="connsiteY166" fmla="*/ 92981 h 195077"/>
                <a:gd name="connsiteX167" fmla="*/ 1161316 w 4831029"/>
                <a:gd name="connsiteY167" fmla="*/ 79211 h 195077"/>
                <a:gd name="connsiteX168" fmla="*/ 1272625 w 4831029"/>
                <a:gd name="connsiteY168" fmla="*/ 68883 h 195077"/>
                <a:gd name="connsiteX169" fmla="*/ 1272625 w 4831029"/>
                <a:gd name="connsiteY169" fmla="*/ 150357 h 195077"/>
                <a:gd name="connsiteX170" fmla="*/ 1253117 w 4831029"/>
                <a:gd name="connsiteY170" fmla="*/ 150357 h 195077"/>
                <a:gd name="connsiteX171" fmla="*/ 1253117 w 4831029"/>
                <a:gd name="connsiteY171" fmla="*/ 68883 h 195077"/>
                <a:gd name="connsiteX172" fmla="*/ 1241642 w 4831029"/>
                <a:gd name="connsiteY172" fmla="*/ 68883 h 195077"/>
                <a:gd name="connsiteX173" fmla="*/ 1241642 w 4831029"/>
                <a:gd name="connsiteY173" fmla="*/ 53966 h 195077"/>
                <a:gd name="connsiteX174" fmla="*/ 1253117 w 4831029"/>
                <a:gd name="connsiteY174" fmla="*/ 53966 h 195077"/>
                <a:gd name="connsiteX175" fmla="*/ 1253117 w 4831029"/>
                <a:gd name="connsiteY175" fmla="*/ 39048 h 195077"/>
                <a:gd name="connsiteX176" fmla="*/ 1280657 w 4831029"/>
                <a:gd name="connsiteY176" fmla="*/ 11507 h 195077"/>
                <a:gd name="connsiteX177" fmla="*/ 1293280 w 4831029"/>
                <a:gd name="connsiteY177" fmla="*/ 11507 h 195077"/>
                <a:gd name="connsiteX178" fmla="*/ 1293280 w 4831029"/>
                <a:gd name="connsiteY178" fmla="*/ 28720 h 195077"/>
                <a:gd name="connsiteX179" fmla="*/ 1284100 w 4831029"/>
                <a:gd name="connsiteY179" fmla="*/ 28720 h 195077"/>
                <a:gd name="connsiteX180" fmla="*/ 1273772 w 4831029"/>
                <a:gd name="connsiteY180" fmla="*/ 40195 h 195077"/>
                <a:gd name="connsiteX181" fmla="*/ 1273772 w 4831029"/>
                <a:gd name="connsiteY181" fmla="*/ 53966 h 195077"/>
                <a:gd name="connsiteX182" fmla="*/ 1293280 w 4831029"/>
                <a:gd name="connsiteY182" fmla="*/ 53966 h 195077"/>
                <a:gd name="connsiteX183" fmla="*/ 1293280 w 4831029"/>
                <a:gd name="connsiteY183" fmla="*/ 68883 h 195077"/>
                <a:gd name="connsiteX184" fmla="*/ 1272625 w 4831029"/>
                <a:gd name="connsiteY184" fmla="*/ 68883 h 195077"/>
                <a:gd name="connsiteX185" fmla="*/ 1372458 w 4831029"/>
                <a:gd name="connsiteY185" fmla="*/ 138882 h 195077"/>
                <a:gd name="connsiteX186" fmla="*/ 1342623 w 4831029"/>
                <a:gd name="connsiteY186" fmla="*/ 150357 h 195077"/>
                <a:gd name="connsiteX187" fmla="*/ 1312788 w 4831029"/>
                <a:gd name="connsiteY187" fmla="*/ 138882 h 195077"/>
                <a:gd name="connsiteX188" fmla="*/ 1301312 w 4831029"/>
                <a:gd name="connsiteY188" fmla="*/ 99866 h 195077"/>
                <a:gd name="connsiteX189" fmla="*/ 1312788 w 4831029"/>
                <a:gd name="connsiteY189" fmla="*/ 60851 h 195077"/>
                <a:gd name="connsiteX190" fmla="*/ 1342623 w 4831029"/>
                <a:gd name="connsiteY190" fmla="*/ 49376 h 195077"/>
                <a:gd name="connsiteX191" fmla="*/ 1372458 w 4831029"/>
                <a:gd name="connsiteY191" fmla="*/ 60851 h 195077"/>
                <a:gd name="connsiteX192" fmla="*/ 1383933 w 4831029"/>
                <a:gd name="connsiteY192" fmla="*/ 99866 h 195077"/>
                <a:gd name="connsiteX193" fmla="*/ 1372458 w 4831029"/>
                <a:gd name="connsiteY193" fmla="*/ 138882 h 195077"/>
                <a:gd name="connsiteX194" fmla="*/ 1357541 w 4831029"/>
                <a:gd name="connsiteY194" fmla="*/ 73473 h 195077"/>
                <a:gd name="connsiteX195" fmla="*/ 1342623 w 4831029"/>
                <a:gd name="connsiteY195" fmla="*/ 67736 h 195077"/>
                <a:gd name="connsiteX196" fmla="*/ 1327705 w 4831029"/>
                <a:gd name="connsiteY196" fmla="*/ 73473 h 195077"/>
                <a:gd name="connsiteX197" fmla="*/ 1320820 w 4831029"/>
                <a:gd name="connsiteY197" fmla="*/ 99866 h 195077"/>
                <a:gd name="connsiteX198" fmla="*/ 1327705 w 4831029"/>
                <a:gd name="connsiteY198" fmla="*/ 126259 h 195077"/>
                <a:gd name="connsiteX199" fmla="*/ 1342623 w 4831029"/>
                <a:gd name="connsiteY199" fmla="*/ 131996 h 195077"/>
                <a:gd name="connsiteX200" fmla="*/ 1357541 w 4831029"/>
                <a:gd name="connsiteY200" fmla="*/ 126259 h 195077"/>
                <a:gd name="connsiteX201" fmla="*/ 1364426 w 4831029"/>
                <a:gd name="connsiteY201" fmla="*/ 99866 h 195077"/>
                <a:gd name="connsiteX202" fmla="*/ 1357541 w 4831029"/>
                <a:gd name="connsiteY202" fmla="*/ 73473 h 195077"/>
                <a:gd name="connsiteX203" fmla="*/ 1461964 w 4831029"/>
                <a:gd name="connsiteY203" fmla="*/ 74621 h 195077"/>
                <a:gd name="connsiteX204" fmla="*/ 1447047 w 4831029"/>
                <a:gd name="connsiteY204" fmla="*/ 67736 h 195077"/>
                <a:gd name="connsiteX205" fmla="*/ 1427539 w 4831029"/>
                <a:gd name="connsiteY205" fmla="*/ 89539 h 195077"/>
                <a:gd name="connsiteX206" fmla="*/ 1427539 w 4831029"/>
                <a:gd name="connsiteY206" fmla="*/ 149209 h 195077"/>
                <a:gd name="connsiteX207" fmla="*/ 1408031 w 4831029"/>
                <a:gd name="connsiteY207" fmla="*/ 149209 h 195077"/>
                <a:gd name="connsiteX208" fmla="*/ 1408031 w 4831029"/>
                <a:gd name="connsiteY208" fmla="*/ 51670 h 195077"/>
                <a:gd name="connsiteX209" fmla="*/ 1427539 w 4831029"/>
                <a:gd name="connsiteY209" fmla="*/ 51670 h 195077"/>
                <a:gd name="connsiteX210" fmla="*/ 1427539 w 4831029"/>
                <a:gd name="connsiteY210" fmla="*/ 61998 h 195077"/>
                <a:gd name="connsiteX211" fmla="*/ 1453932 w 4831029"/>
                <a:gd name="connsiteY211" fmla="*/ 50523 h 195077"/>
                <a:gd name="connsiteX212" fmla="*/ 1476882 w 4831029"/>
                <a:gd name="connsiteY212" fmla="*/ 59703 h 195077"/>
                <a:gd name="connsiteX213" fmla="*/ 1461964 w 4831029"/>
                <a:gd name="connsiteY213" fmla="*/ 74621 h 195077"/>
                <a:gd name="connsiteX214" fmla="*/ 1620321 w 4831029"/>
                <a:gd name="connsiteY214" fmla="*/ 136587 h 195077"/>
                <a:gd name="connsiteX215" fmla="*/ 1584748 w 4831029"/>
                <a:gd name="connsiteY215" fmla="*/ 149209 h 195077"/>
                <a:gd name="connsiteX216" fmla="*/ 1536553 w 4831029"/>
                <a:gd name="connsiteY216" fmla="*/ 149209 h 195077"/>
                <a:gd name="connsiteX217" fmla="*/ 1536553 w 4831029"/>
                <a:gd name="connsiteY217" fmla="*/ 11507 h 195077"/>
                <a:gd name="connsiteX218" fmla="*/ 1584748 w 4831029"/>
                <a:gd name="connsiteY218" fmla="*/ 11507 h 195077"/>
                <a:gd name="connsiteX219" fmla="*/ 1620321 w 4831029"/>
                <a:gd name="connsiteY219" fmla="*/ 24130 h 195077"/>
                <a:gd name="connsiteX220" fmla="*/ 1634091 w 4831029"/>
                <a:gd name="connsiteY220" fmla="*/ 79211 h 195077"/>
                <a:gd name="connsiteX221" fmla="*/ 1620321 w 4831029"/>
                <a:gd name="connsiteY221" fmla="*/ 136587 h 195077"/>
                <a:gd name="connsiteX222" fmla="*/ 1605403 w 4831029"/>
                <a:gd name="connsiteY222" fmla="*/ 40195 h 195077"/>
                <a:gd name="connsiteX223" fmla="*/ 1582453 w 4831029"/>
                <a:gd name="connsiteY223" fmla="*/ 31015 h 195077"/>
                <a:gd name="connsiteX224" fmla="*/ 1557208 w 4831029"/>
                <a:gd name="connsiteY224" fmla="*/ 31015 h 195077"/>
                <a:gd name="connsiteX225" fmla="*/ 1557208 w 4831029"/>
                <a:gd name="connsiteY225" fmla="*/ 130849 h 195077"/>
                <a:gd name="connsiteX226" fmla="*/ 1582453 w 4831029"/>
                <a:gd name="connsiteY226" fmla="*/ 130849 h 195077"/>
                <a:gd name="connsiteX227" fmla="*/ 1605403 w 4831029"/>
                <a:gd name="connsiteY227" fmla="*/ 121669 h 195077"/>
                <a:gd name="connsiteX228" fmla="*/ 1612289 w 4831029"/>
                <a:gd name="connsiteY228" fmla="*/ 80358 h 195077"/>
                <a:gd name="connsiteX229" fmla="*/ 1605403 w 4831029"/>
                <a:gd name="connsiteY229" fmla="*/ 40195 h 195077"/>
                <a:gd name="connsiteX230" fmla="*/ 1725892 w 4831029"/>
                <a:gd name="connsiteY230" fmla="*/ 138882 h 195077"/>
                <a:gd name="connsiteX231" fmla="*/ 1696057 w 4831029"/>
                <a:gd name="connsiteY231" fmla="*/ 150357 h 195077"/>
                <a:gd name="connsiteX232" fmla="*/ 1666222 w 4831029"/>
                <a:gd name="connsiteY232" fmla="*/ 138882 h 195077"/>
                <a:gd name="connsiteX233" fmla="*/ 1654746 w 4831029"/>
                <a:gd name="connsiteY233" fmla="*/ 99866 h 195077"/>
                <a:gd name="connsiteX234" fmla="*/ 1666222 w 4831029"/>
                <a:gd name="connsiteY234" fmla="*/ 60851 h 195077"/>
                <a:gd name="connsiteX235" fmla="*/ 1696057 w 4831029"/>
                <a:gd name="connsiteY235" fmla="*/ 49376 h 195077"/>
                <a:gd name="connsiteX236" fmla="*/ 1725892 w 4831029"/>
                <a:gd name="connsiteY236" fmla="*/ 60851 h 195077"/>
                <a:gd name="connsiteX237" fmla="*/ 1737367 w 4831029"/>
                <a:gd name="connsiteY237" fmla="*/ 99866 h 195077"/>
                <a:gd name="connsiteX238" fmla="*/ 1725892 w 4831029"/>
                <a:gd name="connsiteY238" fmla="*/ 138882 h 195077"/>
                <a:gd name="connsiteX239" fmla="*/ 1710975 w 4831029"/>
                <a:gd name="connsiteY239" fmla="*/ 73473 h 195077"/>
                <a:gd name="connsiteX240" fmla="*/ 1696057 w 4831029"/>
                <a:gd name="connsiteY240" fmla="*/ 67736 h 195077"/>
                <a:gd name="connsiteX241" fmla="*/ 1681139 w 4831029"/>
                <a:gd name="connsiteY241" fmla="*/ 73473 h 195077"/>
                <a:gd name="connsiteX242" fmla="*/ 1674254 w 4831029"/>
                <a:gd name="connsiteY242" fmla="*/ 99866 h 195077"/>
                <a:gd name="connsiteX243" fmla="*/ 1681139 w 4831029"/>
                <a:gd name="connsiteY243" fmla="*/ 126259 h 195077"/>
                <a:gd name="connsiteX244" fmla="*/ 1696057 w 4831029"/>
                <a:gd name="connsiteY244" fmla="*/ 131996 h 195077"/>
                <a:gd name="connsiteX245" fmla="*/ 1710975 w 4831029"/>
                <a:gd name="connsiteY245" fmla="*/ 126259 h 195077"/>
                <a:gd name="connsiteX246" fmla="*/ 1717860 w 4831029"/>
                <a:gd name="connsiteY246" fmla="*/ 99866 h 195077"/>
                <a:gd name="connsiteX247" fmla="*/ 1710975 w 4831029"/>
                <a:gd name="connsiteY247" fmla="*/ 73473 h 195077"/>
                <a:gd name="connsiteX248" fmla="*/ 1799333 w 4831029"/>
                <a:gd name="connsiteY248" fmla="*/ 150357 h 195077"/>
                <a:gd name="connsiteX249" fmla="*/ 1755728 w 4831029"/>
                <a:gd name="connsiteY249" fmla="*/ 99866 h 195077"/>
                <a:gd name="connsiteX250" fmla="*/ 1799333 w 4831029"/>
                <a:gd name="connsiteY250" fmla="*/ 49376 h 195077"/>
                <a:gd name="connsiteX251" fmla="*/ 1831463 w 4831029"/>
                <a:gd name="connsiteY251" fmla="*/ 63146 h 195077"/>
                <a:gd name="connsiteX252" fmla="*/ 1817693 w 4831029"/>
                <a:gd name="connsiteY252" fmla="*/ 75768 h 195077"/>
                <a:gd name="connsiteX253" fmla="*/ 1799333 w 4831029"/>
                <a:gd name="connsiteY253" fmla="*/ 66588 h 195077"/>
                <a:gd name="connsiteX254" fmla="*/ 1780973 w 4831029"/>
                <a:gd name="connsiteY254" fmla="*/ 75768 h 195077"/>
                <a:gd name="connsiteX255" fmla="*/ 1775235 w 4831029"/>
                <a:gd name="connsiteY255" fmla="*/ 99866 h 195077"/>
                <a:gd name="connsiteX256" fmla="*/ 1780973 w 4831029"/>
                <a:gd name="connsiteY256" fmla="*/ 123964 h 195077"/>
                <a:gd name="connsiteX257" fmla="*/ 1799333 w 4831029"/>
                <a:gd name="connsiteY257" fmla="*/ 133144 h 195077"/>
                <a:gd name="connsiteX258" fmla="*/ 1817693 w 4831029"/>
                <a:gd name="connsiteY258" fmla="*/ 123964 h 195077"/>
                <a:gd name="connsiteX259" fmla="*/ 1831463 w 4831029"/>
                <a:gd name="connsiteY259" fmla="*/ 136587 h 195077"/>
                <a:gd name="connsiteX260" fmla="*/ 1799333 w 4831029"/>
                <a:gd name="connsiteY260" fmla="*/ 150357 h 195077"/>
                <a:gd name="connsiteX261" fmla="*/ 1881954 w 4831029"/>
                <a:gd name="connsiteY261" fmla="*/ 149209 h 195077"/>
                <a:gd name="connsiteX262" fmla="*/ 1854414 w 4831029"/>
                <a:gd name="connsiteY262" fmla="*/ 121669 h 195077"/>
                <a:gd name="connsiteX263" fmla="*/ 1854414 w 4831029"/>
                <a:gd name="connsiteY263" fmla="*/ 67736 h 195077"/>
                <a:gd name="connsiteX264" fmla="*/ 1842939 w 4831029"/>
                <a:gd name="connsiteY264" fmla="*/ 67736 h 195077"/>
                <a:gd name="connsiteX265" fmla="*/ 1842939 w 4831029"/>
                <a:gd name="connsiteY265" fmla="*/ 53966 h 195077"/>
                <a:gd name="connsiteX266" fmla="*/ 1854414 w 4831029"/>
                <a:gd name="connsiteY266" fmla="*/ 53966 h 195077"/>
                <a:gd name="connsiteX267" fmla="*/ 1854414 w 4831029"/>
                <a:gd name="connsiteY267" fmla="*/ 24130 h 195077"/>
                <a:gd name="connsiteX268" fmla="*/ 1873922 w 4831029"/>
                <a:gd name="connsiteY268" fmla="*/ 24130 h 195077"/>
                <a:gd name="connsiteX269" fmla="*/ 1873922 w 4831029"/>
                <a:gd name="connsiteY269" fmla="*/ 53966 h 195077"/>
                <a:gd name="connsiteX270" fmla="*/ 1893429 w 4831029"/>
                <a:gd name="connsiteY270" fmla="*/ 53966 h 195077"/>
                <a:gd name="connsiteX271" fmla="*/ 1893429 w 4831029"/>
                <a:gd name="connsiteY271" fmla="*/ 68883 h 195077"/>
                <a:gd name="connsiteX272" fmla="*/ 1873922 w 4831029"/>
                <a:gd name="connsiteY272" fmla="*/ 68883 h 195077"/>
                <a:gd name="connsiteX273" fmla="*/ 1873922 w 4831029"/>
                <a:gd name="connsiteY273" fmla="*/ 121669 h 195077"/>
                <a:gd name="connsiteX274" fmla="*/ 1884249 w 4831029"/>
                <a:gd name="connsiteY274" fmla="*/ 133144 h 195077"/>
                <a:gd name="connsiteX275" fmla="*/ 1892282 w 4831029"/>
                <a:gd name="connsiteY275" fmla="*/ 133144 h 195077"/>
                <a:gd name="connsiteX276" fmla="*/ 1892282 w 4831029"/>
                <a:gd name="connsiteY276" fmla="*/ 150357 h 195077"/>
                <a:gd name="connsiteX277" fmla="*/ 1881954 w 4831029"/>
                <a:gd name="connsiteY277" fmla="*/ 150357 h 195077"/>
                <a:gd name="connsiteX278" fmla="*/ 1980640 w 4831029"/>
                <a:gd name="connsiteY278" fmla="*/ 138882 h 195077"/>
                <a:gd name="connsiteX279" fmla="*/ 1950805 w 4831029"/>
                <a:gd name="connsiteY279" fmla="*/ 150357 h 195077"/>
                <a:gd name="connsiteX280" fmla="*/ 1920969 w 4831029"/>
                <a:gd name="connsiteY280" fmla="*/ 138882 h 195077"/>
                <a:gd name="connsiteX281" fmla="*/ 1909494 w 4831029"/>
                <a:gd name="connsiteY281" fmla="*/ 99866 h 195077"/>
                <a:gd name="connsiteX282" fmla="*/ 1920969 w 4831029"/>
                <a:gd name="connsiteY282" fmla="*/ 60851 h 195077"/>
                <a:gd name="connsiteX283" fmla="*/ 1950805 w 4831029"/>
                <a:gd name="connsiteY283" fmla="*/ 49376 h 195077"/>
                <a:gd name="connsiteX284" fmla="*/ 1980640 w 4831029"/>
                <a:gd name="connsiteY284" fmla="*/ 60851 h 195077"/>
                <a:gd name="connsiteX285" fmla="*/ 1992115 w 4831029"/>
                <a:gd name="connsiteY285" fmla="*/ 99866 h 195077"/>
                <a:gd name="connsiteX286" fmla="*/ 1980640 w 4831029"/>
                <a:gd name="connsiteY286" fmla="*/ 138882 h 195077"/>
                <a:gd name="connsiteX287" fmla="*/ 1965723 w 4831029"/>
                <a:gd name="connsiteY287" fmla="*/ 73473 h 195077"/>
                <a:gd name="connsiteX288" fmla="*/ 1950805 w 4831029"/>
                <a:gd name="connsiteY288" fmla="*/ 67736 h 195077"/>
                <a:gd name="connsiteX289" fmla="*/ 1935887 w 4831029"/>
                <a:gd name="connsiteY289" fmla="*/ 73473 h 195077"/>
                <a:gd name="connsiteX290" fmla="*/ 1929002 w 4831029"/>
                <a:gd name="connsiteY290" fmla="*/ 99866 h 195077"/>
                <a:gd name="connsiteX291" fmla="*/ 1935887 w 4831029"/>
                <a:gd name="connsiteY291" fmla="*/ 126259 h 195077"/>
                <a:gd name="connsiteX292" fmla="*/ 1950805 w 4831029"/>
                <a:gd name="connsiteY292" fmla="*/ 131996 h 195077"/>
                <a:gd name="connsiteX293" fmla="*/ 1965723 w 4831029"/>
                <a:gd name="connsiteY293" fmla="*/ 126259 h 195077"/>
                <a:gd name="connsiteX294" fmla="*/ 1972608 w 4831029"/>
                <a:gd name="connsiteY294" fmla="*/ 99866 h 195077"/>
                <a:gd name="connsiteX295" fmla="*/ 1965723 w 4831029"/>
                <a:gd name="connsiteY295" fmla="*/ 73473 h 195077"/>
                <a:gd name="connsiteX296" fmla="*/ 2070146 w 4831029"/>
                <a:gd name="connsiteY296" fmla="*/ 74621 h 195077"/>
                <a:gd name="connsiteX297" fmla="*/ 2055228 w 4831029"/>
                <a:gd name="connsiteY297" fmla="*/ 67736 h 195077"/>
                <a:gd name="connsiteX298" fmla="*/ 2035721 w 4831029"/>
                <a:gd name="connsiteY298" fmla="*/ 89539 h 195077"/>
                <a:gd name="connsiteX299" fmla="*/ 2035721 w 4831029"/>
                <a:gd name="connsiteY299" fmla="*/ 149209 h 195077"/>
                <a:gd name="connsiteX300" fmla="*/ 2016213 w 4831029"/>
                <a:gd name="connsiteY300" fmla="*/ 149209 h 195077"/>
                <a:gd name="connsiteX301" fmla="*/ 2016213 w 4831029"/>
                <a:gd name="connsiteY301" fmla="*/ 51670 h 195077"/>
                <a:gd name="connsiteX302" fmla="*/ 2035721 w 4831029"/>
                <a:gd name="connsiteY302" fmla="*/ 51670 h 195077"/>
                <a:gd name="connsiteX303" fmla="*/ 2035721 w 4831029"/>
                <a:gd name="connsiteY303" fmla="*/ 61998 h 195077"/>
                <a:gd name="connsiteX304" fmla="*/ 2062114 w 4831029"/>
                <a:gd name="connsiteY304" fmla="*/ 50523 h 195077"/>
                <a:gd name="connsiteX305" fmla="*/ 2085064 w 4831029"/>
                <a:gd name="connsiteY305" fmla="*/ 59703 h 195077"/>
                <a:gd name="connsiteX306" fmla="*/ 2070146 w 4831029"/>
                <a:gd name="connsiteY306" fmla="*/ 74621 h 195077"/>
                <a:gd name="connsiteX307" fmla="*/ 2149325 w 4831029"/>
                <a:gd name="connsiteY307" fmla="*/ 149209 h 195077"/>
                <a:gd name="connsiteX308" fmla="*/ 2149325 w 4831029"/>
                <a:gd name="connsiteY308" fmla="*/ 140029 h 195077"/>
                <a:gd name="connsiteX309" fmla="*/ 2122932 w 4831029"/>
                <a:gd name="connsiteY309" fmla="*/ 150357 h 195077"/>
                <a:gd name="connsiteX310" fmla="*/ 2096539 w 4831029"/>
                <a:gd name="connsiteY310" fmla="*/ 141177 h 195077"/>
                <a:gd name="connsiteX311" fmla="*/ 2088506 w 4831029"/>
                <a:gd name="connsiteY311" fmla="*/ 120521 h 195077"/>
                <a:gd name="connsiteX312" fmla="*/ 2122932 w 4831029"/>
                <a:gd name="connsiteY312" fmla="*/ 91833 h 195077"/>
                <a:gd name="connsiteX313" fmla="*/ 2149325 w 4831029"/>
                <a:gd name="connsiteY313" fmla="*/ 91833 h 195077"/>
                <a:gd name="connsiteX314" fmla="*/ 2149325 w 4831029"/>
                <a:gd name="connsiteY314" fmla="*/ 84949 h 195077"/>
                <a:gd name="connsiteX315" fmla="*/ 2127522 w 4831029"/>
                <a:gd name="connsiteY315" fmla="*/ 66588 h 195077"/>
                <a:gd name="connsiteX316" fmla="*/ 2105719 w 4831029"/>
                <a:gd name="connsiteY316" fmla="*/ 75768 h 195077"/>
                <a:gd name="connsiteX317" fmla="*/ 2093096 w 4831029"/>
                <a:gd name="connsiteY317" fmla="*/ 63146 h 195077"/>
                <a:gd name="connsiteX318" fmla="*/ 2128669 w 4831029"/>
                <a:gd name="connsiteY318" fmla="*/ 49376 h 195077"/>
                <a:gd name="connsiteX319" fmla="*/ 2168832 w 4831029"/>
                <a:gd name="connsiteY319" fmla="*/ 82653 h 195077"/>
                <a:gd name="connsiteX320" fmla="*/ 2168832 w 4831029"/>
                <a:gd name="connsiteY320" fmla="*/ 148062 h 195077"/>
                <a:gd name="connsiteX321" fmla="*/ 2149325 w 4831029"/>
                <a:gd name="connsiteY321" fmla="*/ 148062 h 195077"/>
                <a:gd name="connsiteX322" fmla="*/ 2148177 w 4831029"/>
                <a:gd name="connsiteY322" fmla="*/ 106751 h 195077"/>
                <a:gd name="connsiteX323" fmla="*/ 2125227 w 4831029"/>
                <a:gd name="connsiteY323" fmla="*/ 106751 h 195077"/>
                <a:gd name="connsiteX324" fmla="*/ 2108014 w 4831029"/>
                <a:gd name="connsiteY324" fmla="*/ 120521 h 195077"/>
                <a:gd name="connsiteX325" fmla="*/ 2126374 w 4831029"/>
                <a:gd name="connsiteY325" fmla="*/ 134292 h 195077"/>
                <a:gd name="connsiteX326" fmla="*/ 2144735 w 4831029"/>
                <a:gd name="connsiteY326" fmla="*/ 128554 h 195077"/>
                <a:gd name="connsiteX327" fmla="*/ 2149325 w 4831029"/>
                <a:gd name="connsiteY327" fmla="*/ 113636 h 195077"/>
                <a:gd name="connsiteX328" fmla="*/ 2149325 w 4831029"/>
                <a:gd name="connsiteY328" fmla="*/ 106751 h 195077"/>
                <a:gd name="connsiteX329" fmla="*/ 2221618 w 4831029"/>
                <a:gd name="connsiteY329" fmla="*/ 149209 h 195077"/>
                <a:gd name="connsiteX330" fmla="*/ 2194078 w 4831029"/>
                <a:gd name="connsiteY330" fmla="*/ 121669 h 195077"/>
                <a:gd name="connsiteX331" fmla="*/ 2194078 w 4831029"/>
                <a:gd name="connsiteY331" fmla="*/ 11507 h 195077"/>
                <a:gd name="connsiteX332" fmla="*/ 2213585 w 4831029"/>
                <a:gd name="connsiteY332" fmla="*/ 11507 h 195077"/>
                <a:gd name="connsiteX333" fmla="*/ 2213585 w 4831029"/>
                <a:gd name="connsiteY333" fmla="*/ 120521 h 195077"/>
                <a:gd name="connsiteX334" fmla="*/ 2223913 w 4831029"/>
                <a:gd name="connsiteY334" fmla="*/ 131996 h 195077"/>
                <a:gd name="connsiteX335" fmla="*/ 2233093 w 4831029"/>
                <a:gd name="connsiteY335" fmla="*/ 131996 h 195077"/>
                <a:gd name="connsiteX336" fmla="*/ 2233093 w 4831029"/>
                <a:gd name="connsiteY336" fmla="*/ 149209 h 195077"/>
                <a:gd name="connsiteX337" fmla="*/ 2221618 w 4831029"/>
                <a:gd name="connsiteY337" fmla="*/ 149209 h 195077"/>
                <a:gd name="connsiteX338" fmla="*/ 2345549 w 4831029"/>
                <a:gd name="connsiteY338" fmla="*/ 31015 h 195077"/>
                <a:gd name="connsiteX339" fmla="*/ 2345549 w 4831029"/>
                <a:gd name="connsiteY339" fmla="*/ 149209 h 195077"/>
                <a:gd name="connsiteX340" fmla="*/ 2324894 w 4831029"/>
                <a:gd name="connsiteY340" fmla="*/ 149209 h 195077"/>
                <a:gd name="connsiteX341" fmla="*/ 2324894 w 4831029"/>
                <a:gd name="connsiteY341" fmla="*/ 31015 h 195077"/>
                <a:gd name="connsiteX342" fmla="*/ 2285879 w 4831029"/>
                <a:gd name="connsiteY342" fmla="*/ 31015 h 195077"/>
                <a:gd name="connsiteX343" fmla="*/ 2285879 w 4831029"/>
                <a:gd name="connsiteY343" fmla="*/ 11507 h 195077"/>
                <a:gd name="connsiteX344" fmla="*/ 2383417 w 4831029"/>
                <a:gd name="connsiteY344" fmla="*/ 11507 h 195077"/>
                <a:gd name="connsiteX345" fmla="*/ 2383417 w 4831029"/>
                <a:gd name="connsiteY345" fmla="*/ 31015 h 195077"/>
                <a:gd name="connsiteX346" fmla="*/ 2448826 w 4831029"/>
                <a:gd name="connsiteY346" fmla="*/ 74621 h 195077"/>
                <a:gd name="connsiteX347" fmla="*/ 2433908 w 4831029"/>
                <a:gd name="connsiteY347" fmla="*/ 67736 h 195077"/>
                <a:gd name="connsiteX348" fmla="*/ 2414400 w 4831029"/>
                <a:gd name="connsiteY348" fmla="*/ 89539 h 195077"/>
                <a:gd name="connsiteX349" fmla="*/ 2414400 w 4831029"/>
                <a:gd name="connsiteY349" fmla="*/ 149209 h 195077"/>
                <a:gd name="connsiteX350" fmla="*/ 2394892 w 4831029"/>
                <a:gd name="connsiteY350" fmla="*/ 149209 h 195077"/>
                <a:gd name="connsiteX351" fmla="*/ 2394892 w 4831029"/>
                <a:gd name="connsiteY351" fmla="*/ 51670 h 195077"/>
                <a:gd name="connsiteX352" fmla="*/ 2414400 w 4831029"/>
                <a:gd name="connsiteY352" fmla="*/ 51670 h 195077"/>
                <a:gd name="connsiteX353" fmla="*/ 2414400 w 4831029"/>
                <a:gd name="connsiteY353" fmla="*/ 61998 h 195077"/>
                <a:gd name="connsiteX354" fmla="*/ 2440793 w 4831029"/>
                <a:gd name="connsiteY354" fmla="*/ 50523 h 195077"/>
                <a:gd name="connsiteX355" fmla="*/ 2463743 w 4831029"/>
                <a:gd name="connsiteY355" fmla="*/ 59703 h 195077"/>
                <a:gd name="connsiteX356" fmla="*/ 2448826 w 4831029"/>
                <a:gd name="connsiteY356" fmla="*/ 74621 h 195077"/>
                <a:gd name="connsiteX357" fmla="*/ 2526856 w 4831029"/>
                <a:gd name="connsiteY357" fmla="*/ 149209 h 195077"/>
                <a:gd name="connsiteX358" fmla="*/ 2526856 w 4831029"/>
                <a:gd name="connsiteY358" fmla="*/ 140029 h 195077"/>
                <a:gd name="connsiteX359" fmla="*/ 2500464 w 4831029"/>
                <a:gd name="connsiteY359" fmla="*/ 150357 h 195077"/>
                <a:gd name="connsiteX360" fmla="*/ 2474071 w 4831029"/>
                <a:gd name="connsiteY360" fmla="*/ 141177 h 195077"/>
                <a:gd name="connsiteX361" fmla="*/ 2466038 w 4831029"/>
                <a:gd name="connsiteY361" fmla="*/ 120521 h 195077"/>
                <a:gd name="connsiteX362" fmla="*/ 2500464 w 4831029"/>
                <a:gd name="connsiteY362" fmla="*/ 91833 h 195077"/>
                <a:gd name="connsiteX363" fmla="*/ 2526856 w 4831029"/>
                <a:gd name="connsiteY363" fmla="*/ 91833 h 195077"/>
                <a:gd name="connsiteX364" fmla="*/ 2526856 w 4831029"/>
                <a:gd name="connsiteY364" fmla="*/ 84949 h 195077"/>
                <a:gd name="connsiteX365" fmla="*/ 2505054 w 4831029"/>
                <a:gd name="connsiteY365" fmla="*/ 66588 h 195077"/>
                <a:gd name="connsiteX366" fmla="*/ 2483251 w 4831029"/>
                <a:gd name="connsiteY366" fmla="*/ 75768 h 195077"/>
                <a:gd name="connsiteX367" fmla="*/ 2470628 w 4831029"/>
                <a:gd name="connsiteY367" fmla="*/ 63146 h 195077"/>
                <a:gd name="connsiteX368" fmla="*/ 2506201 w 4831029"/>
                <a:gd name="connsiteY368" fmla="*/ 49376 h 195077"/>
                <a:gd name="connsiteX369" fmla="*/ 2546364 w 4831029"/>
                <a:gd name="connsiteY369" fmla="*/ 82653 h 195077"/>
                <a:gd name="connsiteX370" fmla="*/ 2546364 w 4831029"/>
                <a:gd name="connsiteY370" fmla="*/ 148062 h 195077"/>
                <a:gd name="connsiteX371" fmla="*/ 2526856 w 4831029"/>
                <a:gd name="connsiteY371" fmla="*/ 148062 h 195077"/>
                <a:gd name="connsiteX372" fmla="*/ 2526856 w 4831029"/>
                <a:gd name="connsiteY372" fmla="*/ 106751 h 195077"/>
                <a:gd name="connsiteX373" fmla="*/ 2503906 w 4831029"/>
                <a:gd name="connsiteY373" fmla="*/ 106751 h 195077"/>
                <a:gd name="connsiteX374" fmla="*/ 2486693 w 4831029"/>
                <a:gd name="connsiteY374" fmla="*/ 120521 h 195077"/>
                <a:gd name="connsiteX375" fmla="*/ 2505054 w 4831029"/>
                <a:gd name="connsiteY375" fmla="*/ 134292 h 195077"/>
                <a:gd name="connsiteX376" fmla="*/ 2523414 w 4831029"/>
                <a:gd name="connsiteY376" fmla="*/ 128554 h 195077"/>
                <a:gd name="connsiteX377" fmla="*/ 2528004 w 4831029"/>
                <a:gd name="connsiteY377" fmla="*/ 113636 h 195077"/>
                <a:gd name="connsiteX378" fmla="*/ 2528004 w 4831029"/>
                <a:gd name="connsiteY378" fmla="*/ 106751 h 195077"/>
                <a:gd name="connsiteX379" fmla="*/ 2572757 w 4831029"/>
                <a:gd name="connsiteY379" fmla="*/ 11507 h 195077"/>
                <a:gd name="connsiteX380" fmla="*/ 2593412 w 4831029"/>
                <a:gd name="connsiteY380" fmla="*/ 11507 h 195077"/>
                <a:gd name="connsiteX381" fmla="*/ 2593412 w 4831029"/>
                <a:gd name="connsiteY381" fmla="*/ 32163 h 195077"/>
                <a:gd name="connsiteX382" fmla="*/ 2572757 w 4831029"/>
                <a:gd name="connsiteY382" fmla="*/ 32163 h 195077"/>
                <a:gd name="connsiteX383" fmla="*/ 2572757 w 4831029"/>
                <a:gd name="connsiteY383" fmla="*/ 11507 h 195077"/>
                <a:gd name="connsiteX384" fmla="*/ 2573905 w 4831029"/>
                <a:gd name="connsiteY384" fmla="*/ 51670 h 195077"/>
                <a:gd name="connsiteX385" fmla="*/ 2593412 w 4831029"/>
                <a:gd name="connsiteY385" fmla="*/ 51670 h 195077"/>
                <a:gd name="connsiteX386" fmla="*/ 2593412 w 4831029"/>
                <a:gd name="connsiteY386" fmla="*/ 149209 h 195077"/>
                <a:gd name="connsiteX387" fmla="*/ 2573905 w 4831029"/>
                <a:gd name="connsiteY387" fmla="*/ 149209 h 195077"/>
                <a:gd name="connsiteX388" fmla="*/ 2573905 w 4831029"/>
                <a:gd name="connsiteY388" fmla="*/ 51670 h 195077"/>
                <a:gd name="connsiteX389" fmla="*/ 2681771 w 4831029"/>
                <a:gd name="connsiteY389" fmla="*/ 149209 h 195077"/>
                <a:gd name="connsiteX390" fmla="*/ 2681771 w 4831029"/>
                <a:gd name="connsiteY390" fmla="*/ 89539 h 195077"/>
                <a:gd name="connsiteX391" fmla="*/ 2662263 w 4831029"/>
                <a:gd name="connsiteY391" fmla="*/ 67736 h 195077"/>
                <a:gd name="connsiteX392" fmla="*/ 2641608 w 4831029"/>
                <a:gd name="connsiteY392" fmla="*/ 89539 h 195077"/>
                <a:gd name="connsiteX393" fmla="*/ 2641608 w 4831029"/>
                <a:gd name="connsiteY393" fmla="*/ 149209 h 195077"/>
                <a:gd name="connsiteX394" fmla="*/ 2622100 w 4831029"/>
                <a:gd name="connsiteY394" fmla="*/ 149209 h 195077"/>
                <a:gd name="connsiteX395" fmla="*/ 2622100 w 4831029"/>
                <a:gd name="connsiteY395" fmla="*/ 51670 h 195077"/>
                <a:gd name="connsiteX396" fmla="*/ 2641608 w 4831029"/>
                <a:gd name="connsiteY396" fmla="*/ 51670 h 195077"/>
                <a:gd name="connsiteX397" fmla="*/ 2641608 w 4831029"/>
                <a:gd name="connsiteY397" fmla="*/ 61998 h 195077"/>
                <a:gd name="connsiteX398" fmla="*/ 2668001 w 4831029"/>
                <a:gd name="connsiteY398" fmla="*/ 50523 h 195077"/>
                <a:gd name="connsiteX399" fmla="*/ 2692098 w 4831029"/>
                <a:gd name="connsiteY399" fmla="*/ 59703 h 195077"/>
                <a:gd name="connsiteX400" fmla="*/ 2702426 w 4831029"/>
                <a:gd name="connsiteY400" fmla="*/ 87243 h 195077"/>
                <a:gd name="connsiteX401" fmla="*/ 2702426 w 4831029"/>
                <a:gd name="connsiteY401" fmla="*/ 150357 h 195077"/>
                <a:gd name="connsiteX402" fmla="*/ 2681771 w 4831029"/>
                <a:gd name="connsiteY402" fmla="*/ 150357 h 195077"/>
                <a:gd name="connsiteX403" fmla="*/ 2728819 w 4831029"/>
                <a:gd name="connsiteY403" fmla="*/ 11507 h 195077"/>
                <a:gd name="connsiteX404" fmla="*/ 2749474 w 4831029"/>
                <a:gd name="connsiteY404" fmla="*/ 11507 h 195077"/>
                <a:gd name="connsiteX405" fmla="*/ 2749474 w 4831029"/>
                <a:gd name="connsiteY405" fmla="*/ 32163 h 195077"/>
                <a:gd name="connsiteX406" fmla="*/ 2728819 w 4831029"/>
                <a:gd name="connsiteY406" fmla="*/ 32163 h 195077"/>
                <a:gd name="connsiteX407" fmla="*/ 2728819 w 4831029"/>
                <a:gd name="connsiteY407" fmla="*/ 11507 h 195077"/>
                <a:gd name="connsiteX408" fmla="*/ 2728819 w 4831029"/>
                <a:gd name="connsiteY408" fmla="*/ 51670 h 195077"/>
                <a:gd name="connsiteX409" fmla="*/ 2748327 w 4831029"/>
                <a:gd name="connsiteY409" fmla="*/ 51670 h 195077"/>
                <a:gd name="connsiteX410" fmla="*/ 2748327 w 4831029"/>
                <a:gd name="connsiteY410" fmla="*/ 149209 h 195077"/>
                <a:gd name="connsiteX411" fmla="*/ 2728819 w 4831029"/>
                <a:gd name="connsiteY411" fmla="*/ 149209 h 195077"/>
                <a:gd name="connsiteX412" fmla="*/ 2728819 w 4831029"/>
                <a:gd name="connsiteY412" fmla="*/ 51670 h 195077"/>
                <a:gd name="connsiteX413" fmla="*/ 2836685 w 4831029"/>
                <a:gd name="connsiteY413" fmla="*/ 149209 h 195077"/>
                <a:gd name="connsiteX414" fmla="*/ 2836685 w 4831029"/>
                <a:gd name="connsiteY414" fmla="*/ 89539 h 195077"/>
                <a:gd name="connsiteX415" fmla="*/ 2817177 w 4831029"/>
                <a:gd name="connsiteY415" fmla="*/ 67736 h 195077"/>
                <a:gd name="connsiteX416" fmla="*/ 2796522 w 4831029"/>
                <a:gd name="connsiteY416" fmla="*/ 89539 h 195077"/>
                <a:gd name="connsiteX417" fmla="*/ 2796522 w 4831029"/>
                <a:gd name="connsiteY417" fmla="*/ 149209 h 195077"/>
                <a:gd name="connsiteX418" fmla="*/ 2777014 w 4831029"/>
                <a:gd name="connsiteY418" fmla="*/ 149209 h 195077"/>
                <a:gd name="connsiteX419" fmla="*/ 2777014 w 4831029"/>
                <a:gd name="connsiteY419" fmla="*/ 51670 h 195077"/>
                <a:gd name="connsiteX420" fmla="*/ 2796522 w 4831029"/>
                <a:gd name="connsiteY420" fmla="*/ 51670 h 195077"/>
                <a:gd name="connsiteX421" fmla="*/ 2796522 w 4831029"/>
                <a:gd name="connsiteY421" fmla="*/ 61998 h 195077"/>
                <a:gd name="connsiteX422" fmla="*/ 2822915 w 4831029"/>
                <a:gd name="connsiteY422" fmla="*/ 50523 h 195077"/>
                <a:gd name="connsiteX423" fmla="*/ 2847013 w 4831029"/>
                <a:gd name="connsiteY423" fmla="*/ 59703 h 195077"/>
                <a:gd name="connsiteX424" fmla="*/ 2857340 w 4831029"/>
                <a:gd name="connsiteY424" fmla="*/ 87243 h 195077"/>
                <a:gd name="connsiteX425" fmla="*/ 2857340 w 4831029"/>
                <a:gd name="connsiteY425" fmla="*/ 150357 h 195077"/>
                <a:gd name="connsiteX426" fmla="*/ 2836685 w 4831029"/>
                <a:gd name="connsiteY426" fmla="*/ 150357 h 195077"/>
                <a:gd name="connsiteX427" fmla="*/ 2917011 w 4831029"/>
                <a:gd name="connsiteY427" fmla="*/ 190520 h 195077"/>
                <a:gd name="connsiteX428" fmla="*/ 2882585 w 4831029"/>
                <a:gd name="connsiteY428" fmla="*/ 177897 h 195077"/>
                <a:gd name="connsiteX429" fmla="*/ 2895208 w 4831029"/>
                <a:gd name="connsiteY429" fmla="*/ 165275 h 195077"/>
                <a:gd name="connsiteX430" fmla="*/ 2917011 w 4831029"/>
                <a:gd name="connsiteY430" fmla="*/ 174454 h 195077"/>
                <a:gd name="connsiteX431" fmla="*/ 2939961 w 4831029"/>
                <a:gd name="connsiteY431" fmla="*/ 149209 h 195077"/>
                <a:gd name="connsiteX432" fmla="*/ 2939961 w 4831029"/>
                <a:gd name="connsiteY432" fmla="*/ 136587 h 195077"/>
                <a:gd name="connsiteX433" fmla="*/ 2914716 w 4831029"/>
                <a:gd name="connsiteY433" fmla="*/ 148062 h 195077"/>
                <a:gd name="connsiteX434" fmla="*/ 2891766 w 4831029"/>
                <a:gd name="connsiteY434" fmla="*/ 138882 h 195077"/>
                <a:gd name="connsiteX435" fmla="*/ 2880291 w 4831029"/>
                <a:gd name="connsiteY435" fmla="*/ 98719 h 195077"/>
                <a:gd name="connsiteX436" fmla="*/ 2891766 w 4831029"/>
                <a:gd name="connsiteY436" fmla="*/ 58556 h 195077"/>
                <a:gd name="connsiteX437" fmla="*/ 2915863 w 4831029"/>
                <a:gd name="connsiteY437" fmla="*/ 50523 h 195077"/>
                <a:gd name="connsiteX438" fmla="*/ 2941109 w 4831029"/>
                <a:gd name="connsiteY438" fmla="*/ 61998 h 195077"/>
                <a:gd name="connsiteX439" fmla="*/ 2941109 w 4831029"/>
                <a:gd name="connsiteY439" fmla="*/ 51670 h 195077"/>
                <a:gd name="connsiteX440" fmla="*/ 2960616 w 4831029"/>
                <a:gd name="connsiteY440" fmla="*/ 51670 h 195077"/>
                <a:gd name="connsiteX441" fmla="*/ 2960616 w 4831029"/>
                <a:gd name="connsiteY441" fmla="*/ 149209 h 195077"/>
                <a:gd name="connsiteX442" fmla="*/ 2917011 w 4831029"/>
                <a:gd name="connsiteY442" fmla="*/ 190520 h 195077"/>
                <a:gd name="connsiteX443" fmla="*/ 2919306 w 4831029"/>
                <a:gd name="connsiteY443" fmla="*/ 67736 h 195077"/>
                <a:gd name="connsiteX444" fmla="*/ 2898651 w 4831029"/>
                <a:gd name="connsiteY444" fmla="*/ 98719 h 195077"/>
                <a:gd name="connsiteX445" fmla="*/ 2919306 w 4831029"/>
                <a:gd name="connsiteY445" fmla="*/ 129702 h 195077"/>
                <a:gd name="connsiteX446" fmla="*/ 2938814 w 4831029"/>
                <a:gd name="connsiteY446" fmla="*/ 98719 h 195077"/>
                <a:gd name="connsiteX447" fmla="*/ 2919306 w 4831029"/>
                <a:gd name="connsiteY447" fmla="*/ 67736 h 195077"/>
                <a:gd name="connsiteX448" fmla="*/ 3030615 w 4831029"/>
                <a:gd name="connsiteY448" fmla="*/ 11507 h 195077"/>
                <a:gd name="connsiteX449" fmla="*/ 3051270 w 4831029"/>
                <a:gd name="connsiteY449" fmla="*/ 11507 h 195077"/>
                <a:gd name="connsiteX450" fmla="*/ 3051270 w 4831029"/>
                <a:gd name="connsiteY450" fmla="*/ 32163 h 195077"/>
                <a:gd name="connsiteX451" fmla="*/ 3030615 w 4831029"/>
                <a:gd name="connsiteY451" fmla="*/ 32163 h 195077"/>
                <a:gd name="connsiteX452" fmla="*/ 3030615 w 4831029"/>
                <a:gd name="connsiteY452" fmla="*/ 11507 h 195077"/>
                <a:gd name="connsiteX453" fmla="*/ 3031762 w 4831029"/>
                <a:gd name="connsiteY453" fmla="*/ 51670 h 195077"/>
                <a:gd name="connsiteX454" fmla="*/ 3051270 w 4831029"/>
                <a:gd name="connsiteY454" fmla="*/ 51670 h 195077"/>
                <a:gd name="connsiteX455" fmla="*/ 3051270 w 4831029"/>
                <a:gd name="connsiteY455" fmla="*/ 149209 h 195077"/>
                <a:gd name="connsiteX456" fmla="*/ 3031762 w 4831029"/>
                <a:gd name="connsiteY456" fmla="*/ 149209 h 195077"/>
                <a:gd name="connsiteX457" fmla="*/ 3031762 w 4831029"/>
                <a:gd name="connsiteY457" fmla="*/ 51670 h 195077"/>
                <a:gd name="connsiteX458" fmla="*/ 3139628 w 4831029"/>
                <a:gd name="connsiteY458" fmla="*/ 149209 h 195077"/>
                <a:gd name="connsiteX459" fmla="*/ 3139628 w 4831029"/>
                <a:gd name="connsiteY459" fmla="*/ 89539 h 195077"/>
                <a:gd name="connsiteX460" fmla="*/ 3120121 w 4831029"/>
                <a:gd name="connsiteY460" fmla="*/ 67736 h 195077"/>
                <a:gd name="connsiteX461" fmla="*/ 3099465 w 4831029"/>
                <a:gd name="connsiteY461" fmla="*/ 89539 h 195077"/>
                <a:gd name="connsiteX462" fmla="*/ 3099465 w 4831029"/>
                <a:gd name="connsiteY462" fmla="*/ 149209 h 195077"/>
                <a:gd name="connsiteX463" fmla="*/ 3079958 w 4831029"/>
                <a:gd name="connsiteY463" fmla="*/ 149209 h 195077"/>
                <a:gd name="connsiteX464" fmla="*/ 3079958 w 4831029"/>
                <a:gd name="connsiteY464" fmla="*/ 51670 h 195077"/>
                <a:gd name="connsiteX465" fmla="*/ 3099465 w 4831029"/>
                <a:gd name="connsiteY465" fmla="*/ 51670 h 195077"/>
                <a:gd name="connsiteX466" fmla="*/ 3099465 w 4831029"/>
                <a:gd name="connsiteY466" fmla="*/ 61998 h 195077"/>
                <a:gd name="connsiteX467" fmla="*/ 3125858 w 4831029"/>
                <a:gd name="connsiteY467" fmla="*/ 50523 h 195077"/>
                <a:gd name="connsiteX468" fmla="*/ 3149956 w 4831029"/>
                <a:gd name="connsiteY468" fmla="*/ 59703 h 195077"/>
                <a:gd name="connsiteX469" fmla="*/ 3160284 w 4831029"/>
                <a:gd name="connsiteY469" fmla="*/ 87243 h 195077"/>
                <a:gd name="connsiteX470" fmla="*/ 3160284 w 4831029"/>
                <a:gd name="connsiteY470" fmla="*/ 150357 h 195077"/>
                <a:gd name="connsiteX471" fmla="*/ 3139628 w 4831029"/>
                <a:gd name="connsiteY471" fmla="*/ 150357 h 195077"/>
                <a:gd name="connsiteX472" fmla="*/ 3311755 w 4831029"/>
                <a:gd name="connsiteY472" fmla="*/ 149209 h 195077"/>
                <a:gd name="connsiteX473" fmla="*/ 3302575 w 4831029"/>
                <a:gd name="connsiteY473" fmla="*/ 121669 h 195077"/>
                <a:gd name="connsiteX474" fmla="*/ 3247494 w 4831029"/>
                <a:gd name="connsiteY474" fmla="*/ 121669 h 195077"/>
                <a:gd name="connsiteX475" fmla="*/ 3238315 w 4831029"/>
                <a:gd name="connsiteY475" fmla="*/ 149209 h 195077"/>
                <a:gd name="connsiteX476" fmla="*/ 3216512 w 4831029"/>
                <a:gd name="connsiteY476" fmla="*/ 149209 h 195077"/>
                <a:gd name="connsiteX477" fmla="*/ 3267002 w 4831029"/>
                <a:gd name="connsiteY477" fmla="*/ 11507 h 195077"/>
                <a:gd name="connsiteX478" fmla="*/ 3284215 w 4831029"/>
                <a:gd name="connsiteY478" fmla="*/ 11507 h 195077"/>
                <a:gd name="connsiteX479" fmla="*/ 3334706 w 4831029"/>
                <a:gd name="connsiteY479" fmla="*/ 149209 h 195077"/>
                <a:gd name="connsiteX480" fmla="*/ 3311755 w 4831029"/>
                <a:gd name="connsiteY480" fmla="*/ 149209 h 195077"/>
                <a:gd name="connsiteX481" fmla="*/ 3275035 w 4831029"/>
                <a:gd name="connsiteY481" fmla="*/ 43638 h 195077"/>
                <a:gd name="connsiteX482" fmla="*/ 3253232 w 4831029"/>
                <a:gd name="connsiteY482" fmla="*/ 104456 h 195077"/>
                <a:gd name="connsiteX483" fmla="*/ 3295690 w 4831029"/>
                <a:gd name="connsiteY483" fmla="*/ 104456 h 195077"/>
                <a:gd name="connsiteX484" fmla="*/ 3275035 w 4831029"/>
                <a:gd name="connsiteY484" fmla="*/ 43638 h 195077"/>
                <a:gd name="connsiteX485" fmla="*/ 3381754 w 4831029"/>
                <a:gd name="connsiteY485" fmla="*/ 190520 h 195077"/>
                <a:gd name="connsiteX486" fmla="*/ 3347328 w 4831029"/>
                <a:gd name="connsiteY486" fmla="*/ 177897 h 195077"/>
                <a:gd name="connsiteX487" fmla="*/ 3359951 w 4831029"/>
                <a:gd name="connsiteY487" fmla="*/ 165275 h 195077"/>
                <a:gd name="connsiteX488" fmla="*/ 3381754 w 4831029"/>
                <a:gd name="connsiteY488" fmla="*/ 174454 h 195077"/>
                <a:gd name="connsiteX489" fmla="*/ 3404704 w 4831029"/>
                <a:gd name="connsiteY489" fmla="*/ 149209 h 195077"/>
                <a:gd name="connsiteX490" fmla="*/ 3404704 w 4831029"/>
                <a:gd name="connsiteY490" fmla="*/ 136587 h 195077"/>
                <a:gd name="connsiteX491" fmla="*/ 3379458 w 4831029"/>
                <a:gd name="connsiteY491" fmla="*/ 148062 h 195077"/>
                <a:gd name="connsiteX492" fmla="*/ 3356508 w 4831029"/>
                <a:gd name="connsiteY492" fmla="*/ 138882 h 195077"/>
                <a:gd name="connsiteX493" fmla="*/ 3345033 w 4831029"/>
                <a:gd name="connsiteY493" fmla="*/ 98719 h 195077"/>
                <a:gd name="connsiteX494" fmla="*/ 3356508 w 4831029"/>
                <a:gd name="connsiteY494" fmla="*/ 58556 h 195077"/>
                <a:gd name="connsiteX495" fmla="*/ 3380606 w 4831029"/>
                <a:gd name="connsiteY495" fmla="*/ 50523 h 195077"/>
                <a:gd name="connsiteX496" fmla="*/ 3405852 w 4831029"/>
                <a:gd name="connsiteY496" fmla="*/ 61998 h 195077"/>
                <a:gd name="connsiteX497" fmla="*/ 3405852 w 4831029"/>
                <a:gd name="connsiteY497" fmla="*/ 51670 h 195077"/>
                <a:gd name="connsiteX498" fmla="*/ 3425359 w 4831029"/>
                <a:gd name="connsiteY498" fmla="*/ 51670 h 195077"/>
                <a:gd name="connsiteX499" fmla="*/ 3425359 w 4831029"/>
                <a:gd name="connsiteY499" fmla="*/ 149209 h 195077"/>
                <a:gd name="connsiteX500" fmla="*/ 3381754 w 4831029"/>
                <a:gd name="connsiteY500" fmla="*/ 190520 h 195077"/>
                <a:gd name="connsiteX501" fmla="*/ 3384049 w 4831029"/>
                <a:gd name="connsiteY501" fmla="*/ 67736 h 195077"/>
                <a:gd name="connsiteX502" fmla="*/ 3363393 w 4831029"/>
                <a:gd name="connsiteY502" fmla="*/ 98719 h 195077"/>
                <a:gd name="connsiteX503" fmla="*/ 3384049 w 4831029"/>
                <a:gd name="connsiteY503" fmla="*/ 129702 h 195077"/>
                <a:gd name="connsiteX504" fmla="*/ 3403556 w 4831029"/>
                <a:gd name="connsiteY504" fmla="*/ 98719 h 195077"/>
                <a:gd name="connsiteX505" fmla="*/ 3384049 w 4831029"/>
                <a:gd name="connsiteY505" fmla="*/ 67736 h 195077"/>
                <a:gd name="connsiteX506" fmla="*/ 3505685 w 4831029"/>
                <a:gd name="connsiteY506" fmla="*/ 74621 h 195077"/>
                <a:gd name="connsiteX507" fmla="*/ 3490767 w 4831029"/>
                <a:gd name="connsiteY507" fmla="*/ 67736 h 195077"/>
                <a:gd name="connsiteX508" fmla="*/ 3471260 w 4831029"/>
                <a:gd name="connsiteY508" fmla="*/ 89539 h 195077"/>
                <a:gd name="connsiteX509" fmla="*/ 3471260 w 4831029"/>
                <a:gd name="connsiteY509" fmla="*/ 149209 h 195077"/>
                <a:gd name="connsiteX510" fmla="*/ 3451752 w 4831029"/>
                <a:gd name="connsiteY510" fmla="*/ 149209 h 195077"/>
                <a:gd name="connsiteX511" fmla="*/ 3451752 w 4831029"/>
                <a:gd name="connsiteY511" fmla="*/ 51670 h 195077"/>
                <a:gd name="connsiteX512" fmla="*/ 3471260 w 4831029"/>
                <a:gd name="connsiteY512" fmla="*/ 51670 h 195077"/>
                <a:gd name="connsiteX513" fmla="*/ 3471260 w 4831029"/>
                <a:gd name="connsiteY513" fmla="*/ 61998 h 195077"/>
                <a:gd name="connsiteX514" fmla="*/ 3497653 w 4831029"/>
                <a:gd name="connsiteY514" fmla="*/ 50523 h 195077"/>
                <a:gd name="connsiteX515" fmla="*/ 3520603 w 4831029"/>
                <a:gd name="connsiteY515" fmla="*/ 59703 h 195077"/>
                <a:gd name="connsiteX516" fmla="*/ 3505685 w 4831029"/>
                <a:gd name="connsiteY516" fmla="*/ 74621 h 195077"/>
                <a:gd name="connsiteX517" fmla="*/ 3533226 w 4831029"/>
                <a:gd name="connsiteY517" fmla="*/ 11507 h 195077"/>
                <a:gd name="connsiteX518" fmla="*/ 3553881 w 4831029"/>
                <a:gd name="connsiteY518" fmla="*/ 11507 h 195077"/>
                <a:gd name="connsiteX519" fmla="*/ 3553881 w 4831029"/>
                <a:gd name="connsiteY519" fmla="*/ 32163 h 195077"/>
                <a:gd name="connsiteX520" fmla="*/ 3533226 w 4831029"/>
                <a:gd name="connsiteY520" fmla="*/ 32163 h 195077"/>
                <a:gd name="connsiteX521" fmla="*/ 3533226 w 4831029"/>
                <a:gd name="connsiteY521" fmla="*/ 11507 h 195077"/>
                <a:gd name="connsiteX522" fmla="*/ 3533226 w 4831029"/>
                <a:gd name="connsiteY522" fmla="*/ 51670 h 195077"/>
                <a:gd name="connsiteX523" fmla="*/ 3552733 w 4831029"/>
                <a:gd name="connsiteY523" fmla="*/ 51670 h 195077"/>
                <a:gd name="connsiteX524" fmla="*/ 3552733 w 4831029"/>
                <a:gd name="connsiteY524" fmla="*/ 149209 h 195077"/>
                <a:gd name="connsiteX525" fmla="*/ 3533226 w 4831029"/>
                <a:gd name="connsiteY525" fmla="*/ 149209 h 195077"/>
                <a:gd name="connsiteX526" fmla="*/ 3533226 w 4831029"/>
                <a:gd name="connsiteY526" fmla="*/ 51670 h 195077"/>
                <a:gd name="connsiteX527" fmla="*/ 3579126 w 4831029"/>
                <a:gd name="connsiteY527" fmla="*/ 87243 h 195077"/>
                <a:gd name="connsiteX528" fmla="*/ 3635354 w 4831029"/>
                <a:gd name="connsiteY528" fmla="*/ 87243 h 195077"/>
                <a:gd name="connsiteX529" fmla="*/ 3635354 w 4831029"/>
                <a:gd name="connsiteY529" fmla="*/ 105604 h 195077"/>
                <a:gd name="connsiteX530" fmla="*/ 3579126 w 4831029"/>
                <a:gd name="connsiteY530" fmla="*/ 105604 h 195077"/>
                <a:gd name="connsiteX531" fmla="*/ 3684697 w 4831029"/>
                <a:gd name="connsiteY531" fmla="*/ 31015 h 195077"/>
                <a:gd name="connsiteX532" fmla="*/ 3684697 w 4831029"/>
                <a:gd name="connsiteY532" fmla="*/ 72326 h 195077"/>
                <a:gd name="connsiteX533" fmla="*/ 3742073 w 4831029"/>
                <a:gd name="connsiteY533" fmla="*/ 72326 h 195077"/>
                <a:gd name="connsiteX534" fmla="*/ 3742073 w 4831029"/>
                <a:gd name="connsiteY534" fmla="*/ 91833 h 195077"/>
                <a:gd name="connsiteX535" fmla="*/ 3684697 w 4831029"/>
                <a:gd name="connsiteY535" fmla="*/ 91833 h 195077"/>
                <a:gd name="connsiteX536" fmla="*/ 3684697 w 4831029"/>
                <a:gd name="connsiteY536" fmla="*/ 149209 h 195077"/>
                <a:gd name="connsiteX537" fmla="*/ 3664042 w 4831029"/>
                <a:gd name="connsiteY537" fmla="*/ 149209 h 195077"/>
                <a:gd name="connsiteX538" fmla="*/ 3664042 w 4831029"/>
                <a:gd name="connsiteY538" fmla="*/ 11507 h 195077"/>
                <a:gd name="connsiteX539" fmla="*/ 3752400 w 4831029"/>
                <a:gd name="connsiteY539" fmla="*/ 11507 h 195077"/>
                <a:gd name="connsiteX540" fmla="*/ 3752400 w 4831029"/>
                <a:gd name="connsiteY540" fmla="*/ 31015 h 195077"/>
                <a:gd name="connsiteX541" fmla="*/ 3830431 w 4831029"/>
                <a:gd name="connsiteY541" fmla="*/ 138882 h 195077"/>
                <a:gd name="connsiteX542" fmla="*/ 3800596 w 4831029"/>
                <a:gd name="connsiteY542" fmla="*/ 150357 h 195077"/>
                <a:gd name="connsiteX543" fmla="*/ 3770761 w 4831029"/>
                <a:gd name="connsiteY543" fmla="*/ 138882 h 195077"/>
                <a:gd name="connsiteX544" fmla="*/ 3759285 w 4831029"/>
                <a:gd name="connsiteY544" fmla="*/ 99866 h 195077"/>
                <a:gd name="connsiteX545" fmla="*/ 3770761 w 4831029"/>
                <a:gd name="connsiteY545" fmla="*/ 60851 h 195077"/>
                <a:gd name="connsiteX546" fmla="*/ 3800596 w 4831029"/>
                <a:gd name="connsiteY546" fmla="*/ 49376 h 195077"/>
                <a:gd name="connsiteX547" fmla="*/ 3830431 w 4831029"/>
                <a:gd name="connsiteY547" fmla="*/ 60851 h 195077"/>
                <a:gd name="connsiteX548" fmla="*/ 3841906 w 4831029"/>
                <a:gd name="connsiteY548" fmla="*/ 99866 h 195077"/>
                <a:gd name="connsiteX549" fmla="*/ 3830431 w 4831029"/>
                <a:gd name="connsiteY549" fmla="*/ 138882 h 195077"/>
                <a:gd name="connsiteX550" fmla="*/ 3815513 w 4831029"/>
                <a:gd name="connsiteY550" fmla="*/ 73473 h 195077"/>
                <a:gd name="connsiteX551" fmla="*/ 3800596 w 4831029"/>
                <a:gd name="connsiteY551" fmla="*/ 67736 h 195077"/>
                <a:gd name="connsiteX552" fmla="*/ 3785678 w 4831029"/>
                <a:gd name="connsiteY552" fmla="*/ 73473 h 195077"/>
                <a:gd name="connsiteX553" fmla="*/ 3778793 w 4831029"/>
                <a:gd name="connsiteY553" fmla="*/ 99866 h 195077"/>
                <a:gd name="connsiteX554" fmla="*/ 3785678 w 4831029"/>
                <a:gd name="connsiteY554" fmla="*/ 126259 h 195077"/>
                <a:gd name="connsiteX555" fmla="*/ 3800596 w 4831029"/>
                <a:gd name="connsiteY555" fmla="*/ 131996 h 195077"/>
                <a:gd name="connsiteX556" fmla="*/ 3815513 w 4831029"/>
                <a:gd name="connsiteY556" fmla="*/ 126259 h 195077"/>
                <a:gd name="connsiteX557" fmla="*/ 3822399 w 4831029"/>
                <a:gd name="connsiteY557" fmla="*/ 99866 h 195077"/>
                <a:gd name="connsiteX558" fmla="*/ 3815513 w 4831029"/>
                <a:gd name="connsiteY558" fmla="*/ 73473 h 195077"/>
                <a:gd name="connsiteX559" fmla="*/ 3932560 w 4831029"/>
                <a:gd name="connsiteY559" fmla="*/ 138882 h 195077"/>
                <a:gd name="connsiteX560" fmla="*/ 3902725 w 4831029"/>
                <a:gd name="connsiteY560" fmla="*/ 150357 h 195077"/>
                <a:gd name="connsiteX561" fmla="*/ 3872889 w 4831029"/>
                <a:gd name="connsiteY561" fmla="*/ 138882 h 195077"/>
                <a:gd name="connsiteX562" fmla="*/ 3861414 w 4831029"/>
                <a:gd name="connsiteY562" fmla="*/ 99866 h 195077"/>
                <a:gd name="connsiteX563" fmla="*/ 3872889 w 4831029"/>
                <a:gd name="connsiteY563" fmla="*/ 60851 h 195077"/>
                <a:gd name="connsiteX564" fmla="*/ 3902725 w 4831029"/>
                <a:gd name="connsiteY564" fmla="*/ 49376 h 195077"/>
                <a:gd name="connsiteX565" fmla="*/ 3932560 w 4831029"/>
                <a:gd name="connsiteY565" fmla="*/ 60851 h 195077"/>
                <a:gd name="connsiteX566" fmla="*/ 3944035 w 4831029"/>
                <a:gd name="connsiteY566" fmla="*/ 99866 h 195077"/>
                <a:gd name="connsiteX567" fmla="*/ 3932560 w 4831029"/>
                <a:gd name="connsiteY567" fmla="*/ 138882 h 195077"/>
                <a:gd name="connsiteX568" fmla="*/ 3917642 w 4831029"/>
                <a:gd name="connsiteY568" fmla="*/ 73473 h 195077"/>
                <a:gd name="connsiteX569" fmla="*/ 3902725 w 4831029"/>
                <a:gd name="connsiteY569" fmla="*/ 67736 h 195077"/>
                <a:gd name="connsiteX570" fmla="*/ 3887807 w 4831029"/>
                <a:gd name="connsiteY570" fmla="*/ 73473 h 195077"/>
                <a:gd name="connsiteX571" fmla="*/ 3880922 w 4831029"/>
                <a:gd name="connsiteY571" fmla="*/ 99866 h 195077"/>
                <a:gd name="connsiteX572" fmla="*/ 3887807 w 4831029"/>
                <a:gd name="connsiteY572" fmla="*/ 126259 h 195077"/>
                <a:gd name="connsiteX573" fmla="*/ 3902725 w 4831029"/>
                <a:gd name="connsiteY573" fmla="*/ 131996 h 195077"/>
                <a:gd name="connsiteX574" fmla="*/ 3917642 w 4831029"/>
                <a:gd name="connsiteY574" fmla="*/ 126259 h 195077"/>
                <a:gd name="connsiteX575" fmla="*/ 3924527 w 4831029"/>
                <a:gd name="connsiteY575" fmla="*/ 99866 h 195077"/>
                <a:gd name="connsiteX576" fmla="*/ 3917642 w 4831029"/>
                <a:gd name="connsiteY576" fmla="*/ 73473 h 195077"/>
                <a:gd name="connsiteX577" fmla="*/ 4024361 w 4831029"/>
                <a:gd name="connsiteY577" fmla="*/ 149209 h 195077"/>
                <a:gd name="connsiteX578" fmla="*/ 4024361 w 4831029"/>
                <a:gd name="connsiteY578" fmla="*/ 138882 h 195077"/>
                <a:gd name="connsiteX579" fmla="*/ 3997968 w 4831029"/>
                <a:gd name="connsiteY579" fmla="*/ 150357 h 195077"/>
                <a:gd name="connsiteX580" fmla="*/ 3973870 w 4831029"/>
                <a:gd name="connsiteY580" fmla="*/ 141177 h 195077"/>
                <a:gd name="connsiteX581" fmla="*/ 3962395 w 4831029"/>
                <a:gd name="connsiteY581" fmla="*/ 99866 h 195077"/>
                <a:gd name="connsiteX582" fmla="*/ 3973870 w 4831029"/>
                <a:gd name="connsiteY582" fmla="*/ 58556 h 195077"/>
                <a:gd name="connsiteX583" fmla="*/ 3997968 w 4831029"/>
                <a:gd name="connsiteY583" fmla="*/ 49376 h 195077"/>
                <a:gd name="connsiteX584" fmla="*/ 4023213 w 4831029"/>
                <a:gd name="connsiteY584" fmla="*/ 60851 h 195077"/>
                <a:gd name="connsiteX585" fmla="*/ 4023213 w 4831029"/>
                <a:gd name="connsiteY585" fmla="*/ 11507 h 195077"/>
                <a:gd name="connsiteX586" fmla="*/ 4042721 w 4831029"/>
                <a:gd name="connsiteY586" fmla="*/ 11507 h 195077"/>
                <a:gd name="connsiteX587" fmla="*/ 4042721 w 4831029"/>
                <a:gd name="connsiteY587" fmla="*/ 149209 h 195077"/>
                <a:gd name="connsiteX588" fmla="*/ 4024361 w 4831029"/>
                <a:gd name="connsiteY588" fmla="*/ 149209 h 195077"/>
                <a:gd name="connsiteX589" fmla="*/ 4003706 w 4831029"/>
                <a:gd name="connsiteY589" fmla="*/ 67736 h 195077"/>
                <a:gd name="connsiteX590" fmla="*/ 3983050 w 4831029"/>
                <a:gd name="connsiteY590" fmla="*/ 99866 h 195077"/>
                <a:gd name="connsiteX591" fmla="*/ 4003706 w 4831029"/>
                <a:gd name="connsiteY591" fmla="*/ 131996 h 195077"/>
                <a:gd name="connsiteX592" fmla="*/ 4024361 w 4831029"/>
                <a:gd name="connsiteY592" fmla="*/ 99866 h 195077"/>
                <a:gd name="connsiteX593" fmla="*/ 4003706 w 4831029"/>
                <a:gd name="connsiteY593" fmla="*/ 67736 h 195077"/>
                <a:gd name="connsiteX594" fmla="*/ 4193046 w 4831029"/>
                <a:gd name="connsiteY594" fmla="*/ 149209 h 195077"/>
                <a:gd name="connsiteX595" fmla="*/ 4164358 w 4831029"/>
                <a:gd name="connsiteY595" fmla="*/ 90686 h 195077"/>
                <a:gd name="connsiteX596" fmla="*/ 4137965 w 4831029"/>
                <a:gd name="connsiteY596" fmla="*/ 90686 h 195077"/>
                <a:gd name="connsiteX597" fmla="*/ 4137965 w 4831029"/>
                <a:gd name="connsiteY597" fmla="*/ 149209 h 195077"/>
                <a:gd name="connsiteX598" fmla="*/ 4117310 w 4831029"/>
                <a:gd name="connsiteY598" fmla="*/ 149209 h 195077"/>
                <a:gd name="connsiteX599" fmla="*/ 4117310 w 4831029"/>
                <a:gd name="connsiteY599" fmla="*/ 11507 h 195077"/>
                <a:gd name="connsiteX600" fmla="*/ 4171242 w 4831029"/>
                <a:gd name="connsiteY600" fmla="*/ 11507 h 195077"/>
                <a:gd name="connsiteX601" fmla="*/ 4213701 w 4831029"/>
                <a:gd name="connsiteY601" fmla="*/ 51670 h 195077"/>
                <a:gd name="connsiteX602" fmla="*/ 4186160 w 4831029"/>
                <a:gd name="connsiteY602" fmla="*/ 88391 h 195077"/>
                <a:gd name="connsiteX603" fmla="*/ 4218291 w 4831029"/>
                <a:gd name="connsiteY603" fmla="*/ 149209 h 195077"/>
                <a:gd name="connsiteX604" fmla="*/ 4193046 w 4831029"/>
                <a:gd name="connsiteY604" fmla="*/ 149209 h 195077"/>
                <a:gd name="connsiteX605" fmla="*/ 4168948 w 4831029"/>
                <a:gd name="connsiteY605" fmla="*/ 31015 h 195077"/>
                <a:gd name="connsiteX606" fmla="*/ 4137965 w 4831029"/>
                <a:gd name="connsiteY606" fmla="*/ 31015 h 195077"/>
                <a:gd name="connsiteX607" fmla="*/ 4137965 w 4831029"/>
                <a:gd name="connsiteY607" fmla="*/ 74621 h 195077"/>
                <a:gd name="connsiteX608" fmla="*/ 4168948 w 4831029"/>
                <a:gd name="connsiteY608" fmla="*/ 74621 h 195077"/>
                <a:gd name="connsiteX609" fmla="*/ 4191898 w 4831029"/>
                <a:gd name="connsiteY609" fmla="*/ 52818 h 195077"/>
                <a:gd name="connsiteX610" fmla="*/ 4168948 w 4831029"/>
                <a:gd name="connsiteY610" fmla="*/ 31015 h 195077"/>
                <a:gd name="connsiteX611" fmla="*/ 4304354 w 4831029"/>
                <a:gd name="connsiteY611" fmla="*/ 138882 h 195077"/>
                <a:gd name="connsiteX612" fmla="*/ 4274519 w 4831029"/>
                <a:gd name="connsiteY612" fmla="*/ 150357 h 195077"/>
                <a:gd name="connsiteX613" fmla="*/ 4244684 w 4831029"/>
                <a:gd name="connsiteY613" fmla="*/ 138882 h 195077"/>
                <a:gd name="connsiteX614" fmla="*/ 4233209 w 4831029"/>
                <a:gd name="connsiteY614" fmla="*/ 99866 h 195077"/>
                <a:gd name="connsiteX615" fmla="*/ 4244684 w 4831029"/>
                <a:gd name="connsiteY615" fmla="*/ 60851 h 195077"/>
                <a:gd name="connsiteX616" fmla="*/ 4274519 w 4831029"/>
                <a:gd name="connsiteY616" fmla="*/ 49376 h 195077"/>
                <a:gd name="connsiteX617" fmla="*/ 4304354 w 4831029"/>
                <a:gd name="connsiteY617" fmla="*/ 60851 h 195077"/>
                <a:gd name="connsiteX618" fmla="*/ 4315829 w 4831029"/>
                <a:gd name="connsiteY618" fmla="*/ 99866 h 195077"/>
                <a:gd name="connsiteX619" fmla="*/ 4304354 w 4831029"/>
                <a:gd name="connsiteY619" fmla="*/ 138882 h 195077"/>
                <a:gd name="connsiteX620" fmla="*/ 4289437 w 4831029"/>
                <a:gd name="connsiteY620" fmla="*/ 73473 h 195077"/>
                <a:gd name="connsiteX621" fmla="*/ 4274519 w 4831029"/>
                <a:gd name="connsiteY621" fmla="*/ 67736 h 195077"/>
                <a:gd name="connsiteX622" fmla="*/ 4259601 w 4831029"/>
                <a:gd name="connsiteY622" fmla="*/ 73473 h 195077"/>
                <a:gd name="connsiteX623" fmla="*/ 4252716 w 4831029"/>
                <a:gd name="connsiteY623" fmla="*/ 99866 h 195077"/>
                <a:gd name="connsiteX624" fmla="*/ 4259601 w 4831029"/>
                <a:gd name="connsiteY624" fmla="*/ 126259 h 195077"/>
                <a:gd name="connsiteX625" fmla="*/ 4274519 w 4831029"/>
                <a:gd name="connsiteY625" fmla="*/ 131996 h 195077"/>
                <a:gd name="connsiteX626" fmla="*/ 4289437 w 4831029"/>
                <a:gd name="connsiteY626" fmla="*/ 126259 h 195077"/>
                <a:gd name="connsiteX627" fmla="*/ 4296322 w 4831029"/>
                <a:gd name="connsiteY627" fmla="*/ 99866 h 195077"/>
                <a:gd name="connsiteX628" fmla="*/ 4289437 w 4831029"/>
                <a:gd name="connsiteY628" fmla="*/ 73473 h 195077"/>
                <a:gd name="connsiteX629" fmla="*/ 4409926 w 4831029"/>
                <a:gd name="connsiteY629" fmla="*/ 142324 h 195077"/>
                <a:gd name="connsiteX630" fmla="*/ 4385828 w 4831029"/>
                <a:gd name="connsiteY630" fmla="*/ 151504 h 195077"/>
                <a:gd name="connsiteX631" fmla="*/ 4359435 w 4831029"/>
                <a:gd name="connsiteY631" fmla="*/ 140029 h 195077"/>
                <a:gd name="connsiteX632" fmla="*/ 4359435 w 4831029"/>
                <a:gd name="connsiteY632" fmla="*/ 150357 h 195077"/>
                <a:gd name="connsiteX633" fmla="*/ 4339927 w 4831029"/>
                <a:gd name="connsiteY633" fmla="*/ 150357 h 195077"/>
                <a:gd name="connsiteX634" fmla="*/ 4339927 w 4831029"/>
                <a:gd name="connsiteY634" fmla="*/ 12655 h 195077"/>
                <a:gd name="connsiteX635" fmla="*/ 4359435 w 4831029"/>
                <a:gd name="connsiteY635" fmla="*/ 12655 h 195077"/>
                <a:gd name="connsiteX636" fmla="*/ 4359435 w 4831029"/>
                <a:gd name="connsiteY636" fmla="*/ 61998 h 195077"/>
                <a:gd name="connsiteX637" fmla="*/ 4384680 w 4831029"/>
                <a:gd name="connsiteY637" fmla="*/ 50523 h 195077"/>
                <a:gd name="connsiteX638" fmla="*/ 4408778 w 4831029"/>
                <a:gd name="connsiteY638" fmla="*/ 59703 h 195077"/>
                <a:gd name="connsiteX639" fmla="*/ 4420253 w 4831029"/>
                <a:gd name="connsiteY639" fmla="*/ 101014 h 195077"/>
                <a:gd name="connsiteX640" fmla="*/ 4409926 w 4831029"/>
                <a:gd name="connsiteY640" fmla="*/ 142324 h 195077"/>
                <a:gd name="connsiteX641" fmla="*/ 4380090 w 4831029"/>
                <a:gd name="connsiteY641" fmla="*/ 67736 h 195077"/>
                <a:gd name="connsiteX642" fmla="*/ 4359435 w 4831029"/>
                <a:gd name="connsiteY642" fmla="*/ 99866 h 195077"/>
                <a:gd name="connsiteX643" fmla="*/ 4380090 w 4831029"/>
                <a:gd name="connsiteY643" fmla="*/ 131996 h 195077"/>
                <a:gd name="connsiteX644" fmla="*/ 4400745 w 4831029"/>
                <a:gd name="connsiteY644" fmla="*/ 99866 h 195077"/>
                <a:gd name="connsiteX645" fmla="*/ 4380090 w 4831029"/>
                <a:gd name="connsiteY645" fmla="*/ 67736 h 195077"/>
                <a:gd name="connsiteX646" fmla="*/ 4509759 w 4831029"/>
                <a:gd name="connsiteY646" fmla="*/ 138882 h 195077"/>
                <a:gd name="connsiteX647" fmla="*/ 4479924 w 4831029"/>
                <a:gd name="connsiteY647" fmla="*/ 150357 h 195077"/>
                <a:gd name="connsiteX648" fmla="*/ 4450088 w 4831029"/>
                <a:gd name="connsiteY648" fmla="*/ 138882 h 195077"/>
                <a:gd name="connsiteX649" fmla="*/ 4438613 w 4831029"/>
                <a:gd name="connsiteY649" fmla="*/ 99866 h 195077"/>
                <a:gd name="connsiteX650" fmla="*/ 4450088 w 4831029"/>
                <a:gd name="connsiteY650" fmla="*/ 60851 h 195077"/>
                <a:gd name="connsiteX651" fmla="*/ 4479924 w 4831029"/>
                <a:gd name="connsiteY651" fmla="*/ 49376 h 195077"/>
                <a:gd name="connsiteX652" fmla="*/ 4509759 w 4831029"/>
                <a:gd name="connsiteY652" fmla="*/ 60851 h 195077"/>
                <a:gd name="connsiteX653" fmla="*/ 4521234 w 4831029"/>
                <a:gd name="connsiteY653" fmla="*/ 99866 h 195077"/>
                <a:gd name="connsiteX654" fmla="*/ 4509759 w 4831029"/>
                <a:gd name="connsiteY654" fmla="*/ 138882 h 195077"/>
                <a:gd name="connsiteX655" fmla="*/ 4494841 w 4831029"/>
                <a:gd name="connsiteY655" fmla="*/ 73473 h 195077"/>
                <a:gd name="connsiteX656" fmla="*/ 4479924 w 4831029"/>
                <a:gd name="connsiteY656" fmla="*/ 67736 h 195077"/>
                <a:gd name="connsiteX657" fmla="*/ 4465006 w 4831029"/>
                <a:gd name="connsiteY657" fmla="*/ 73473 h 195077"/>
                <a:gd name="connsiteX658" fmla="*/ 4458121 w 4831029"/>
                <a:gd name="connsiteY658" fmla="*/ 99866 h 195077"/>
                <a:gd name="connsiteX659" fmla="*/ 4465006 w 4831029"/>
                <a:gd name="connsiteY659" fmla="*/ 126259 h 195077"/>
                <a:gd name="connsiteX660" fmla="*/ 4479924 w 4831029"/>
                <a:gd name="connsiteY660" fmla="*/ 131996 h 195077"/>
                <a:gd name="connsiteX661" fmla="*/ 4494841 w 4831029"/>
                <a:gd name="connsiteY661" fmla="*/ 126259 h 195077"/>
                <a:gd name="connsiteX662" fmla="*/ 4501727 w 4831029"/>
                <a:gd name="connsiteY662" fmla="*/ 99866 h 195077"/>
                <a:gd name="connsiteX663" fmla="*/ 4494841 w 4831029"/>
                <a:gd name="connsiteY663" fmla="*/ 73473 h 195077"/>
                <a:gd name="connsiteX664" fmla="*/ 4574020 w 4831029"/>
                <a:gd name="connsiteY664" fmla="*/ 149209 h 195077"/>
                <a:gd name="connsiteX665" fmla="*/ 4546480 w 4831029"/>
                <a:gd name="connsiteY665" fmla="*/ 121669 h 195077"/>
                <a:gd name="connsiteX666" fmla="*/ 4546480 w 4831029"/>
                <a:gd name="connsiteY666" fmla="*/ 67736 h 195077"/>
                <a:gd name="connsiteX667" fmla="*/ 4535004 w 4831029"/>
                <a:gd name="connsiteY667" fmla="*/ 67736 h 195077"/>
                <a:gd name="connsiteX668" fmla="*/ 4535004 w 4831029"/>
                <a:gd name="connsiteY668" fmla="*/ 53966 h 195077"/>
                <a:gd name="connsiteX669" fmla="*/ 4546480 w 4831029"/>
                <a:gd name="connsiteY669" fmla="*/ 53966 h 195077"/>
                <a:gd name="connsiteX670" fmla="*/ 4546480 w 4831029"/>
                <a:gd name="connsiteY670" fmla="*/ 24130 h 195077"/>
                <a:gd name="connsiteX671" fmla="*/ 4565987 w 4831029"/>
                <a:gd name="connsiteY671" fmla="*/ 24130 h 195077"/>
                <a:gd name="connsiteX672" fmla="*/ 4565987 w 4831029"/>
                <a:gd name="connsiteY672" fmla="*/ 53966 h 195077"/>
                <a:gd name="connsiteX673" fmla="*/ 4585495 w 4831029"/>
                <a:gd name="connsiteY673" fmla="*/ 53966 h 195077"/>
                <a:gd name="connsiteX674" fmla="*/ 4585495 w 4831029"/>
                <a:gd name="connsiteY674" fmla="*/ 68883 h 195077"/>
                <a:gd name="connsiteX675" fmla="*/ 4565987 w 4831029"/>
                <a:gd name="connsiteY675" fmla="*/ 68883 h 195077"/>
                <a:gd name="connsiteX676" fmla="*/ 4565987 w 4831029"/>
                <a:gd name="connsiteY676" fmla="*/ 121669 h 195077"/>
                <a:gd name="connsiteX677" fmla="*/ 4576315 w 4831029"/>
                <a:gd name="connsiteY677" fmla="*/ 133144 h 195077"/>
                <a:gd name="connsiteX678" fmla="*/ 4584347 w 4831029"/>
                <a:gd name="connsiteY678" fmla="*/ 133144 h 195077"/>
                <a:gd name="connsiteX679" fmla="*/ 4584347 w 4831029"/>
                <a:gd name="connsiteY679" fmla="*/ 150357 h 195077"/>
                <a:gd name="connsiteX680" fmla="*/ 4574020 w 4831029"/>
                <a:gd name="connsiteY680" fmla="*/ 150357 h 195077"/>
                <a:gd name="connsiteX681" fmla="*/ 4607298 w 4831029"/>
                <a:gd name="connsiteY681" fmla="*/ 11507 h 195077"/>
                <a:gd name="connsiteX682" fmla="*/ 4627953 w 4831029"/>
                <a:gd name="connsiteY682" fmla="*/ 11507 h 195077"/>
                <a:gd name="connsiteX683" fmla="*/ 4627953 w 4831029"/>
                <a:gd name="connsiteY683" fmla="*/ 32163 h 195077"/>
                <a:gd name="connsiteX684" fmla="*/ 4607298 w 4831029"/>
                <a:gd name="connsiteY684" fmla="*/ 32163 h 195077"/>
                <a:gd name="connsiteX685" fmla="*/ 4607298 w 4831029"/>
                <a:gd name="connsiteY685" fmla="*/ 11507 h 195077"/>
                <a:gd name="connsiteX686" fmla="*/ 4608445 w 4831029"/>
                <a:gd name="connsiteY686" fmla="*/ 51670 h 195077"/>
                <a:gd name="connsiteX687" fmla="*/ 4627953 w 4831029"/>
                <a:gd name="connsiteY687" fmla="*/ 51670 h 195077"/>
                <a:gd name="connsiteX688" fmla="*/ 4627953 w 4831029"/>
                <a:gd name="connsiteY688" fmla="*/ 149209 h 195077"/>
                <a:gd name="connsiteX689" fmla="*/ 4608445 w 4831029"/>
                <a:gd name="connsiteY689" fmla="*/ 149209 h 195077"/>
                <a:gd name="connsiteX690" fmla="*/ 4608445 w 4831029"/>
                <a:gd name="connsiteY690" fmla="*/ 51670 h 195077"/>
                <a:gd name="connsiteX691" fmla="*/ 4695656 w 4831029"/>
                <a:gd name="connsiteY691" fmla="*/ 150357 h 195077"/>
                <a:gd name="connsiteX692" fmla="*/ 4652051 w 4831029"/>
                <a:gd name="connsiteY692" fmla="*/ 99866 h 195077"/>
                <a:gd name="connsiteX693" fmla="*/ 4695656 w 4831029"/>
                <a:gd name="connsiteY693" fmla="*/ 49376 h 195077"/>
                <a:gd name="connsiteX694" fmla="*/ 4727786 w 4831029"/>
                <a:gd name="connsiteY694" fmla="*/ 63146 h 195077"/>
                <a:gd name="connsiteX695" fmla="*/ 4714016 w 4831029"/>
                <a:gd name="connsiteY695" fmla="*/ 75768 h 195077"/>
                <a:gd name="connsiteX696" fmla="*/ 4695656 w 4831029"/>
                <a:gd name="connsiteY696" fmla="*/ 66588 h 195077"/>
                <a:gd name="connsiteX697" fmla="*/ 4677296 w 4831029"/>
                <a:gd name="connsiteY697" fmla="*/ 75768 h 195077"/>
                <a:gd name="connsiteX698" fmla="*/ 4671558 w 4831029"/>
                <a:gd name="connsiteY698" fmla="*/ 99866 h 195077"/>
                <a:gd name="connsiteX699" fmla="*/ 4677296 w 4831029"/>
                <a:gd name="connsiteY699" fmla="*/ 123964 h 195077"/>
                <a:gd name="connsiteX700" fmla="*/ 4695656 w 4831029"/>
                <a:gd name="connsiteY700" fmla="*/ 133144 h 195077"/>
                <a:gd name="connsiteX701" fmla="*/ 4714016 w 4831029"/>
                <a:gd name="connsiteY701" fmla="*/ 123964 h 195077"/>
                <a:gd name="connsiteX702" fmla="*/ 4727786 w 4831029"/>
                <a:gd name="connsiteY702" fmla="*/ 136587 h 195077"/>
                <a:gd name="connsiteX703" fmla="*/ 4695656 w 4831029"/>
                <a:gd name="connsiteY703" fmla="*/ 150357 h 195077"/>
                <a:gd name="connsiteX704" fmla="*/ 4779425 w 4831029"/>
                <a:gd name="connsiteY704" fmla="*/ 150357 h 195077"/>
                <a:gd name="connsiteX705" fmla="*/ 4738114 w 4831029"/>
                <a:gd name="connsiteY705" fmla="*/ 136587 h 195077"/>
                <a:gd name="connsiteX706" fmla="*/ 4750737 w 4831029"/>
                <a:gd name="connsiteY706" fmla="*/ 123964 h 195077"/>
                <a:gd name="connsiteX707" fmla="*/ 4779425 w 4831029"/>
                <a:gd name="connsiteY707" fmla="*/ 134292 h 195077"/>
                <a:gd name="connsiteX708" fmla="*/ 4801228 w 4831029"/>
                <a:gd name="connsiteY708" fmla="*/ 120521 h 195077"/>
                <a:gd name="connsiteX709" fmla="*/ 4787457 w 4831029"/>
                <a:gd name="connsiteY709" fmla="*/ 109046 h 195077"/>
                <a:gd name="connsiteX710" fmla="*/ 4771392 w 4831029"/>
                <a:gd name="connsiteY710" fmla="*/ 107899 h 195077"/>
                <a:gd name="connsiteX711" fmla="*/ 4742704 w 4831029"/>
                <a:gd name="connsiteY711" fmla="*/ 80358 h 195077"/>
                <a:gd name="connsiteX712" fmla="*/ 4779425 w 4831029"/>
                <a:gd name="connsiteY712" fmla="*/ 50523 h 195077"/>
                <a:gd name="connsiteX713" fmla="*/ 4816145 w 4831029"/>
                <a:gd name="connsiteY713" fmla="*/ 61998 h 195077"/>
                <a:gd name="connsiteX714" fmla="*/ 4803522 w 4831029"/>
                <a:gd name="connsiteY714" fmla="*/ 74621 h 195077"/>
                <a:gd name="connsiteX715" fmla="*/ 4779425 w 4831029"/>
                <a:gd name="connsiteY715" fmla="*/ 67736 h 195077"/>
                <a:gd name="connsiteX716" fmla="*/ 4761065 w 4831029"/>
                <a:gd name="connsiteY716" fmla="*/ 80358 h 195077"/>
                <a:gd name="connsiteX717" fmla="*/ 4774835 w 4831029"/>
                <a:gd name="connsiteY717" fmla="*/ 91833 h 195077"/>
                <a:gd name="connsiteX718" fmla="*/ 4790900 w 4831029"/>
                <a:gd name="connsiteY718" fmla="*/ 92981 h 195077"/>
                <a:gd name="connsiteX719" fmla="*/ 4820735 w 4831029"/>
                <a:gd name="connsiteY719" fmla="*/ 120521 h 195077"/>
                <a:gd name="connsiteX720" fmla="*/ 4779425 w 4831029"/>
                <a:gd name="connsiteY720" fmla="*/ 150357 h 19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</a:cxnLst>
              <a:rect l="l" t="t" r="r" b="b"/>
              <a:pathLst>
                <a:path w="4831029" h="195077">
                  <a:moveTo>
                    <a:pt x="10360" y="149209"/>
                  </a:moveTo>
                  <a:lnTo>
                    <a:pt x="10360" y="11507"/>
                  </a:lnTo>
                  <a:lnTo>
                    <a:pt x="98719" y="11507"/>
                  </a:lnTo>
                  <a:lnTo>
                    <a:pt x="98719" y="31015"/>
                  </a:lnTo>
                  <a:lnTo>
                    <a:pt x="31015" y="31015"/>
                  </a:lnTo>
                  <a:lnTo>
                    <a:pt x="31015" y="71178"/>
                  </a:lnTo>
                  <a:lnTo>
                    <a:pt x="88391" y="71178"/>
                  </a:lnTo>
                  <a:lnTo>
                    <a:pt x="88391" y="89539"/>
                  </a:lnTo>
                  <a:lnTo>
                    <a:pt x="31015" y="89539"/>
                  </a:lnTo>
                  <a:lnTo>
                    <a:pt x="31015" y="130849"/>
                  </a:lnTo>
                  <a:lnTo>
                    <a:pt x="98719" y="130849"/>
                  </a:lnTo>
                  <a:lnTo>
                    <a:pt x="98719" y="149209"/>
                  </a:lnTo>
                  <a:close/>
                  <a:moveTo>
                    <a:pt x="176750" y="95276"/>
                  </a:moveTo>
                  <a:lnTo>
                    <a:pt x="145767" y="95276"/>
                  </a:lnTo>
                  <a:lnTo>
                    <a:pt x="145767" y="149209"/>
                  </a:lnTo>
                  <a:lnTo>
                    <a:pt x="125112" y="149209"/>
                  </a:lnTo>
                  <a:lnTo>
                    <a:pt x="125112" y="11507"/>
                  </a:lnTo>
                  <a:lnTo>
                    <a:pt x="177897" y="11507"/>
                  </a:lnTo>
                  <a:cubicBezTo>
                    <a:pt x="205437" y="11507"/>
                    <a:pt x="222650" y="28720"/>
                    <a:pt x="222650" y="52818"/>
                  </a:cubicBezTo>
                  <a:cubicBezTo>
                    <a:pt x="222650" y="76916"/>
                    <a:pt x="203142" y="95276"/>
                    <a:pt x="176750" y="95276"/>
                  </a:cubicBezTo>
                  <a:moveTo>
                    <a:pt x="175602" y="31015"/>
                  </a:moveTo>
                  <a:lnTo>
                    <a:pt x="145767" y="31015"/>
                  </a:lnTo>
                  <a:lnTo>
                    <a:pt x="145767" y="76916"/>
                  </a:lnTo>
                  <a:lnTo>
                    <a:pt x="175602" y="76916"/>
                  </a:lnTo>
                  <a:cubicBezTo>
                    <a:pt x="190520" y="76916"/>
                    <a:pt x="199700" y="68883"/>
                    <a:pt x="199700" y="53966"/>
                  </a:cubicBezTo>
                  <a:cubicBezTo>
                    <a:pt x="199700" y="39048"/>
                    <a:pt x="189372" y="31015"/>
                    <a:pt x="175602" y="31015"/>
                  </a:cubicBezTo>
                  <a:moveTo>
                    <a:pt x="280026" y="150357"/>
                  </a:moveTo>
                  <a:cubicBezTo>
                    <a:pt x="259371" y="150357"/>
                    <a:pt x="244453" y="145767"/>
                    <a:pt x="230683" y="131996"/>
                  </a:cubicBezTo>
                  <a:lnTo>
                    <a:pt x="244453" y="118226"/>
                  </a:lnTo>
                  <a:cubicBezTo>
                    <a:pt x="254781" y="128554"/>
                    <a:pt x="265108" y="130849"/>
                    <a:pt x="280026" y="130849"/>
                  </a:cubicBezTo>
                  <a:cubicBezTo>
                    <a:pt x="298386" y="130849"/>
                    <a:pt x="308714" y="122816"/>
                    <a:pt x="308714" y="110194"/>
                  </a:cubicBezTo>
                  <a:cubicBezTo>
                    <a:pt x="308714" y="104456"/>
                    <a:pt x="306419" y="98719"/>
                    <a:pt x="302976" y="96424"/>
                  </a:cubicBezTo>
                  <a:cubicBezTo>
                    <a:pt x="299534" y="92981"/>
                    <a:pt x="296091" y="91833"/>
                    <a:pt x="288058" y="90686"/>
                  </a:cubicBezTo>
                  <a:lnTo>
                    <a:pt x="271993" y="88391"/>
                  </a:lnTo>
                  <a:cubicBezTo>
                    <a:pt x="260518" y="87243"/>
                    <a:pt x="251338" y="82653"/>
                    <a:pt x="245600" y="76916"/>
                  </a:cubicBezTo>
                  <a:cubicBezTo>
                    <a:pt x="238715" y="70031"/>
                    <a:pt x="235273" y="61998"/>
                    <a:pt x="235273" y="50523"/>
                  </a:cubicBezTo>
                  <a:cubicBezTo>
                    <a:pt x="235273" y="26425"/>
                    <a:pt x="252485" y="10360"/>
                    <a:pt x="281173" y="10360"/>
                  </a:cubicBezTo>
                  <a:cubicBezTo>
                    <a:pt x="299534" y="10360"/>
                    <a:pt x="312156" y="14950"/>
                    <a:pt x="323631" y="26425"/>
                  </a:cubicBezTo>
                  <a:lnTo>
                    <a:pt x="309861" y="39048"/>
                  </a:lnTo>
                  <a:cubicBezTo>
                    <a:pt x="301829" y="31015"/>
                    <a:pt x="291501" y="28720"/>
                    <a:pt x="280026" y="28720"/>
                  </a:cubicBezTo>
                  <a:cubicBezTo>
                    <a:pt x="263961" y="28720"/>
                    <a:pt x="254781" y="37900"/>
                    <a:pt x="254781" y="50523"/>
                  </a:cubicBezTo>
                  <a:cubicBezTo>
                    <a:pt x="254781" y="55113"/>
                    <a:pt x="255928" y="59703"/>
                    <a:pt x="260518" y="63146"/>
                  </a:cubicBezTo>
                  <a:cubicBezTo>
                    <a:pt x="263961" y="66588"/>
                    <a:pt x="269698" y="68883"/>
                    <a:pt x="276583" y="70031"/>
                  </a:cubicBezTo>
                  <a:lnTo>
                    <a:pt x="292648" y="72326"/>
                  </a:lnTo>
                  <a:cubicBezTo>
                    <a:pt x="305271" y="74621"/>
                    <a:pt x="312156" y="76916"/>
                    <a:pt x="317894" y="82653"/>
                  </a:cubicBezTo>
                  <a:cubicBezTo>
                    <a:pt x="325926" y="89539"/>
                    <a:pt x="329369" y="98719"/>
                    <a:pt x="329369" y="111341"/>
                  </a:cubicBezTo>
                  <a:cubicBezTo>
                    <a:pt x="329369" y="135439"/>
                    <a:pt x="308714" y="150357"/>
                    <a:pt x="280026" y="150357"/>
                  </a:cubicBezTo>
                  <a:moveTo>
                    <a:pt x="430350" y="149209"/>
                  </a:moveTo>
                  <a:lnTo>
                    <a:pt x="401662" y="90686"/>
                  </a:lnTo>
                  <a:lnTo>
                    <a:pt x="375269" y="90686"/>
                  </a:lnTo>
                  <a:lnTo>
                    <a:pt x="375269" y="149209"/>
                  </a:lnTo>
                  <a:lnTo>
                    <a:pt x="354614" y="149209"/>
                  </a:lnTo>
                  <a:lnTo>
                    <a:pt x="354614" y="11507"/>
                  </a:lnTo>
                  <a:lnTo>
                    <a:pt x="408547" y="11507"/>
                  </a:lnTo>
                  <a:cubicBezTo>
                    <a:pt x="434940" y="11507"/>
                    <a:pt x="451005" y="28720"/>
                    <a:pt x="451005" y="51670"/>
                  </a:cubicBezTo>
                  <a:cubicBezTo>
                    <a:pt x="451005" y="71178"/>
                    <a:pt x="439530" y="83801"/>
                    <a:pt x="423465" y="88391"/>
                  </a:cubicBezTo>
                  <a:lnTo>
                    <a:pt x="455595" y="149209"/>
                  </a:lnTo>
                  <a:lnTo>
                    <a:pt x="430350" y="149209"/>
                  </a:lnTo>
                  <a:close/>
                  <a:moveTo>
                    <a:pt x="406252" y="31015"/>
                  </a:moveTo>
                  <a:lnTo>
                    <a:pt x="375269" y="31015"/>
                  </a:lnTo>
                  <a:lnTo>
                    <a:pt x="375269" y="74621"/>
                  </a:lnTo>
                  <a:lnTo>
                    <a:pt x="406252" y="74621"/>
                  </a:lnTo>
                  <a:cubicBezTo>
                    <a:pt x="420022" y="74621"/>
                    <a:pt x="429203" y="66588"/>
                    <a:pt x="429203" y="52818"/>
                  </a:cubicBezTo>
                  <a:cubicBezTo>
                    <a:pt x="429203" y="39048"/>
                    <a:pt x="420022" y="31015"/>
                    <a:pt x="406252" y="31015"/>
                  </a:cubicBezTo>
                  <a:moveTo>
                    <a:pt x="523299" y="150357"/>
                  </a:moveTo>
                  <a:cubicBezTo>
                    <a:pt x="508381" y="150357"/>
                    <a:pt x="496906" y="144619"/>
                    <a:pt x="486578" y="135439"/>
                  </a:cubicBezTo>
                  <a:cubicBezTo>
                    <a:pt x="472808" y="121669"/>
                    <a:pt x="472808" y="106751"/>
                    <a:pt x="472808" y="80358"/>
                  </a:cubicBezTo>
                  <a:cubicBezTo>
                    <a:pt x="472808" y="53966"/>
                    <a:pt x="472808" y="39048"/>
                    <a:pt x="486578" y="25278"/>
                  </a:cubicBezTo>
                  <a:cubicBezTo>
                    <a:pt x="495758" y="16098"/>
                    <a:pt x="508381" y="10360"/>
                    <a:pt x="523299" y="10360"/>
                  </a:cubicBezTo>
                  <a:cubicBezTo>
                    <a:pt x="548544" y="10360"/>
                    <a:pt x="568052" y="25278"/>
                    <a:pt x="572642" y="52818"/>
                  </a:cubicBezTo>
                  <a:lnTo>
                    <a:pt x="550839" y="52818"/>
                  </a:lnTo>
                  <a:cubicBezTo>
                    <a:pt x="547396" y="39048"/>
                    <a:pt x="538216" y="28720"/>
                    <a:pt x="523299" y="28720"/>
                  </a:cubicBezTo>
                  <a:cubicBezTo>
                    <a:pt x="515266" y="28720"/>
                    <a:pt x="507233" y="32163"/>
                    <a:pt x="502643" y="36753"/>
                  </a:cubicBezTo>
                  <a:cubicBezTo>
                    <a:pt x="495758" y="43638"/>
                    <a:pt x="494611" y="51670"/>
                    <a:pt x="494611" y="79211"/>
                  </a:cubicBezTo>
                  <a:cubicBezTo>
                    <a:pt x="494611" y="106751"/>
                    <a:pt x="495758" y="114784"/>
                    <a:pt x="502643" y="121669"/>
                  </a:cubicBezTo>
                  <a:cubicBezTo>
                    <a:pt x="507233" y="127406"/>
                    <a:pt x="515266" y="129702"/>
                    <a:pt x="523299" y="129702"/>
                  </a:cubicBezTo>
                  <a:cubicBezTo>
                    <a:pt x="538216" y="129702"/>
                    <a:pt x="548544" y="120521"/>
                    <a:pt x="551986" y="105604"/>
                  </a:cubicBezTo>
                  <a:lnTo>
                    <a:pt x="572642" y="105604"/>
                  </a:lnTo>
                  <a:cubicBezTo>
                    <a:pt x="568052" y="135439"/>
                    <a:pt x="547396" y="150357"/>
                    <a:pt x="523299" y="150357"/>
                  </a:cubicBezTo>
                  <a:moveTo>
                    <a:pt x="685098" y="150357"/>
                  </a:moveTo>
                  <a:cubicBezTo>
                    <a:pt x="670180" y="150357"/>
                    <a:pt x="658705" y="144619"/>
                    <a:pt x="648378" y="135439"/>
                  </a:cubicBezTo>
                  <a:cubicBezTo>
                    <a:pt x="634607" y="121669"/>
                    <a:pt x="634607" y="106751"/>
                    <a:pt x="634607" y="80358"/>
                  </a:cubicBezTo>
                  <a:cubicBezTo>
                    <a:pt x="634607" y="53966"/>
                    <a:pt x="634607" y="39048"/>
                    <a:pt x="648378" y="25278"/>
                  </a:cubicBezTo>
                  <a:cubicBezTo>
                    <a:pt x="657558" y="16098"/>
                    <a:pt x="670180" y="10360"/>
                    <a:pt x="685098" y="10360"/>
                  </a:cubicBezTo>
                  <a:cubicBezTo>
                    <a:pt x="710343" y="10360"/>
                    <a:pt x="729851" y="25278"/>
                    <a:pt x="734441" y="52818"/>
                  </a:cubicBezTo>
                  <a:lnTo>
                    <a:pt x="712638" y="52818"/>
                  </a:lnTo>
                  <a:cubicBezTo>
                    <a:pt x="709196" y="39048"/>
                    <a:pt x="700016" y="28720"/>
                    <a:pt x="685098" y="28720"/>
                  </a:cubicBezTo>
                  <a:cubicBezTo>
                    <a:pt x="677065" y="28720"/>
                    <a:pt x="669033" y="32163"/>
                    <a:pt x="664443" y="36753"/>
                  </a:cubicBezTo>
                  <a:cubicBezTo>
                    <a:pt x="657558" y="43638"/>
                    <a:pt x="656410" y="51670"/>
                    <a:pt x="656410" y="79211"/>
                  </a:cubicBezTo>
                  <a:cubicBezTo>
                    <a:pt x="656410" y="106751"/>
                    <a:pt x="657558" y="114784"/>
                    <a:pt x="664443" y="121669"/>
                  </a:cubicBezTo>
                  <a:cubicBezTo>
                    <a:pt x="669033" y="127406"/>
                    <a:pt x="677065" y="129702"/>
                    <a:pt x="685098" y="129702"/>
                  </a:cubicBezTo>
                  <a:cubicBezTo>
                    <a:pt x="700016" y="129702"/>
                    <a:pt x="710343" y="120521"/>
                    <a:pt x="713786" y="105604"/>
                  </a:cubicBezTo>
                  <a:lnTo>
                    <a:pt x="734441" y="105604"/>
                  </a:lnTo>
                  <a:cubicBezTo>
                    <a:pt x="729851" y="135439"/>
                    <a:pt x="710343" y="150357"/>
                    <a:pt x="685098" y="150357"/>
                  </a:cubicBezTo>
                  <a:moveTo>
                    <a:pt x="771161" y="106751"/>
                  </a:moveTo>
                  <a:cubicBezTo>
                    <a:pt x="771161" y="123964"/>
                    <a:pt x="780342" y="134292"/>
                    <a:pt x="796407" y="134292"/>
                  </a:cubicBezTo>
                  <a:cubicBezTo>
                    <a:pt x="807882" y="134292"/>
                    <a:pt x="813619" y="130849"/>
                    <a:pt x="820505" y="123964"/>
                  </a:cubicBezTo>
                  <a:lnTo>
                    <a:pt x="833127" y="135439"/>
                  </a:lnTo>
                  <a:cubicBezTo>
                    <a:pt x="822800" y="145767"/>
                    <a:pt x="813619" y="150357"/>
                    <a:pt x="796407" y="150357"/>
                  </a:cubicBezTo>
                  <a:cubicBezTo>
                    <a:pt x="772309" y="150357"/>
                    <a:pt x="751654" y="137734"/>
                    <a:pt x="751654" y="99866"/>
                  </a:cubicBezTo>
                  <a:cubicBezTo>
                    <a:pt x="751654" y="67736"/>
                    <a:pt x="767719" y="49376"/>
                    <a:pt x="792964" y="49376"/>
                  </a:cubicBezTo>
                  <a:cubicBezTo>
                    <a:pt x="819357" y="49376"/>
                    <a:pt x="834275" y="68883"/>
                    <a:pt x="834275" y="96424"/>
                  </a:cubicBezTo>
                  <a:lnTo>
                    <a:pt x="834275" y="105604"/>
                  </a:lnTo>
                  <a:lnTo>
                    <a:pt x="771161" y="105604"/>
                  </a:lnTo>
                  <a:close/>
                  <a:moveTo>
                    <a:pt x="813619" y="79211"/>
                  </a:moveTo>
                  <a:cubicBezTo>
                    <a:pt x="810177" y="72326"/>
                    <a:pt x="803292" y="66588"/>
                    <a:pt x="794112" y="66588"/>
                  </a:cubicBezTo>
                  <a:cubicBezTo>
                    <a:pt x="784932" y="66588"/>
                    <a:pt x="778046" y="71178"/>
                    <a:pt x="774604" y="79211"/>
                  </a:cubicBezTo>
                  <a:cubicBezTo>
                    <a:pt x="772309" y="83801"/>
                    <a:pt x="772309" y="86096"/>
                    <a:pt x="772309" y="92981"/>
                  </a:cubicBezTo>
                  <a:lnTo>
                    <a:pt x="817062" y="92981"/>
                  </a:lnTo>
                  <a:cubicBezTo>
                    <a:pt x="815914" y="86096"/>
                    <a:pt x="814767" y="83801"/>
                    <a:pt x="813619" y="79211"/>
                  </a:cubicBezTo>
                  <a:moveTo>
                    <a:pt x="918043" y="149209"/>
                  </a:moveTo>
                  <a:lnTo>
                    <a:pt x="918043" y="89539"/>
                  </a:lnTo>
                  <a:cubicBezTo>
                    <a:pt x="918043" y="74621"/>
                    <a:pt x="908863" y="67736"/>
                    <a:pt x="898535" y="67736"/>
                  </a:cubicBezTo>
                  <a:cubicBezTo>
                    <a:pt x="887060" y="67736"/>
                    <a:pt x="877880" y="74621"/>
                    <a:pt x="877880" y="89539"/>
                  </a:cubicBezTo>
                  <a:lnTo>
                    <a:pt x="877880" y="149209"/>
                  </a:lnTo>
                  <a:lnTo>
                    <a:pt x="858372" y="149209"/>
                  </a:lnTo>
                  <a:lnTo>
                    <a:pt x="858372" y="51670"/>
                  </a:lnTo>
                  <a:lnTo>
                    <a:pt x="877880" y="51670"/>
                  </a:lnTo>
                  <a:lnTo>
                    <a:pt x="877880" y="61998"/>
                  </a:lnTo>
                  <a:cubicBezTo>
                    <a:pt x="884765" y="55113"/>
                    <a:pt x="893945" y="50523"/>
                    <a:pt x="904273" y="50523"/>
                  </a:cubicBezTo>
                  <a:cubicBezTo>
                    <a:pt x="914601" y="50523"/>
                    <a:pt x="922633" y="53966"/>
                    <a:pt x="928371" y="59703"/>
                  </a:cubicBezTo>
                  <a:cubicBezTo>
                    <a:pt x="936403" y="66588"/>
                    <a:pt x="938698" y="75768"/>
                    <a:pt x="938698" y="87243"/>
                  </a:cubicBezTo>
                  <a:lnTo>
                    <a:pt x="938698" y="150357"/>
                  </a:lnTo>
                  <a:lnTo>
                    <a:pt x="918043" y="150357"/>
                  </a:lnTo>
                  <a:close/>
                  <a:moveTo>
                    <a:pt x="994926" y="149209"/>
                  </a:moveTo>
                  <a:cubicBezTo>
                    <a:pt x="976566" y="149209"/>
                    <a:pt x="967386" y="136587"/>
                    <a:pt x="967386" y="121669"/>
                  </a:cubicBezTo>
                  <a:lnTo>
                    <a:pt x="967386" y="67736"/>
                  </a:lnTo>
                  <a:lnTo>
                    <a:pt x="955911" y="67736"/>
                  </a:lnTo>
                  <a:lnTo>
                    <a:pt x="955911" y="53966"/>
                  </a:lnTo>
                  <a:lnTo>
                    <a:pt x="967386" y="53966"/>
                  </a:lnTo>
                  <a:lnTo>
                    <a:pt x="967386" y="24130"/>
                  </a:lnTo>
                  <a:lnTo>
                    <a:pt x="986894" y="24130"/>
                  </a:lnTo>
                  <a:lnTo>
                    <a:pt x="986894" y="53966"/>
                  </a:lnTo>
                  <a:lnTo>
                    <a:pt x="1006402" y="53966"/>
                  </a:lnTo>
                  <a:lnTo>
                    <a:pt x="1006402" y="68883"/>
                  </a:lnTo>
                  <a:lnTo>
                    <a:pt x="986894" y="68883"/>
                  </a:lnTo>
                  <a:lnTo>
                    <a:pt x="986894" y="121669"/>
                  </a:lnTo>
                  <a:cubicBezTo>
                    <a:pt x="986894" y="128554"/>
                    <a:pt x="990336" y="133144"/>
                    <a:pt x="997221" y="133144"/>
                  </a:cubicBezTo>
                  <a:lnTo>
                    <a:pt x="1006402" y="133144"/>
                  </a:lnTo>
                  <a:lnTo>
                    <a:pt x="1006402" y="150357"/>
                  </a:lnTo>
                  <a:lnTo>
                    <a:pt x="994926" y="150357"/>
                  </a:lnTo>
                  <a:close/>
                  <a:moveTo>
                    <a:pt x="1083285" y="74621"/>
                  </a:moveTo>
                  <a:cubicBezTo>
                    <a:pt x="1078695" y="70031"/>
                    <a:pt x="1075252" y="67736"/>
                    <a:pt x="1068367" y="67736"/>
                  </a:cubicBezTo>
                  <a:cubicBezTo>
                    <a:pt x="1058040" y="67736"/>
                    <a:pt x="1048860" y="75768"/>
                    <a:pt x="1048860" y="89539"/>
                  </a:cubicBezTo>
                  <a:lnTo>
                    <a:pt x="1048860" y="149209"/>
                  </a:lnTo>
                  <a:lnTo>
                    <a:pt x="1029352" y="149209"/>
                  </a:lnTo>
                  <a:lnTo>
                    <a:pt x="1029352" y="51670"/>
                  </a:lnTo>
                  <a:lnTo>
                    <a:pt x="1048860" y="51670"/>
                  </a:lnTo>
                  <a:lnTo>
                    <a:pt x="1048860" y="61998"/>
                  </a:lnTo>
                  <a:cubicBezTo>
                    <a:pt x="1053450" y="55113"/>
                    <a:pt x="1063777" y="50523"/>
                    <a:pt x="1075252" y="50523"/>
                  </a:cubicBezTo>
                  <a:cubicBezTo>
                    <a:pt x="1084433" y="50523"/>
                    <a:pt x="1092465" y="52818"/>
                    <a:pt x="1098203" y="59703"/>
                  </a:cubicBezTo>
                  <a:lnTo>
                    <a:pt x="1083285" y="74621"/>
                  </a:lnTo>
                  <a:close/>
                  <a:moveTo>
                    <a:pt x="1118858" y="106751"/>
                  </a:moveTo>
                  <a:cubicBezTo>
                    <a:pt x="1118858" y="123964"/>
                    <a:pt x="1128038" y="134292"/>
                    <a:pt x="1144103" y="134292"/>
                  </a:cubicBezTo>
                  <a:cubicBezTo>
                    <a:pt x="1155578" y="134292"/>
                    <a:pt x="1161316" y="130849"/>
                    <a:pt x="1168201" y="123964"/>
                  </a:cubicBezTo>
                  <a:lnTo>
                    <a:pt x="1180824" y="135439"/>
                  </a:lnTo>
                  <a:cubicBezTo>
                    <a:pt x="1170496" y="145767"/>
                    <a:pt x="1161316" y="150357"/>
                    <a:pt x="1144103" y="150357"/>
                  </a:cubicBezTo>
                  <a:cubicBezTo>
                    <a:pt x="1120005" y="150357"/>
                    <a:pt x="1099350" y="137734"/>
                    <a:pt x="1099350" y="99866"/>
                  </a:cubicBezTo>
                  <a:cubicBezTo>
                    <a:pt x="1099350" y="67736"/>
                    <a:pt x="1115415" y="49376"/>
                    <a:pt x="1140661" y="49376"/>
                  </a:cubicBezTo>
                  <a:cubicBezTo>
                    <a:pt x="1167053" y="49376"/>
                    <a:pt x="1181971" y="68883"/>
                    <a:pt x="1181971" y="96424"/>
                  </a:cubicBezTo>
                  <a:lnTo>
                    <a:pt x="1181971" y="105604"/>
                  </a:lnTo>
                  <a:lnTo>
                    <a:pt x="1118858" y="105604"/>
                  </a:lnTo>
                  <a:close/>
                  <a:moveTo>
                    <a:pt x="1161316" y="79211"/>
                  </a:moveTo>
                  <a:cubicBezTo>
                    <a:pt x="1157873" y="72326"/>
                    <a:pt x="1150988" y="66588"/>
                    <a:pt x="1141808" y="66588"/>
                  </a:cubicBezTo>
                  <a:cubicBezTo>
                    <a:pt x="1132628" y="66588"/>
                    <a:pt x="1125743" y="71178"/>
                    <a:pt x="1122300" y="79211"/>
                  </a:cubicBezTo>
                  <a:cubicBezTo>
                    <a:pt x="1120005" y="83801"/>
                    <a:pt x="1120005" y="86096"/>
                    <a:pt x="1120005" y="92981"/>
                  </a:cubicBezTo>
                  <a:lnTo>
                    <a:pt x="1164758" y="92981"/>
                  </a:lnTo>
                  <a:cubicBezTo>
                    <a:pt x="1163611" y="86096"/>
                    <a:pt x="1162463" y="83801"/>
                    <a:pt x="1161316" y="79211"/>
                  </a:cubicBezTo>
                  <a:moveTo>
                    <a:pt x="1272625" y="68883"/>
                  </a:moveTo>
                  <a:lnTo>
                    <a:pt x="1272625" y="150357"/>
                  </a:lnTo>
                  <a:lnTo>
                    <a:pt x="1253117" y="150357"/>
                  </a:lnTo>
                  <a:lnTo>
                    <a:pt x="1253117" y="68883"/>
                  </a:lnTo>
                  <a:lnTo>
                    <a:pt x="1241642" y="68883"/>
                  </a:lnTo>
                  <a:lnTo>
                    <a:pt x="1241642" y="53966"/>
                  </a:lnTo>
                  <a:lnTo>
                    <a:pt x="1253117" y="53966"/>
                  </a:lnTo>
                  <a:lnTo>
                    <a:pt x="1253117" y="39048"/>
                  </a:lnTo>
                  <a:cubicBezTo>
                    <a:pt x="1253117" y="25278"/>
                    <a:pt x="1261149" y="11507"/>
                    <a:pt x="1280657" y="11507"/>
                  </a:cubicBezTo>
                  <a:lnTo>
                    <a:pt x="1293280" y="11507"/>
                  </a:lnTo>
                  <a:lnTo>
                    <a:pt x="1293280" y="28720"/>
                  </a:lnTo>
                  <a:lnTo>
                    <a:pt x="1284100" y="28720"/>
                  </a:lnTo>
                  <a:cubicBezTo>
                    <a:pt x="1277215" y="28720"/>
                    <a:pt x="1273772" y="33311"/>
                    <a:pt x="1273772" y="40195"/>
                  </a:cubicBezTo>
                  <a:lnTo>
                    <a:pt x="1273772" y="53966"/>
                  </a:lnTo>
                  <a:lnTo>
                    <a:pt x="1293280" y="53966"/>
                  </a:lnTo>
                  <a:lnTo>
                    <a:pt x="1293280" y="68883"/>
                  </a:lnTo>
                  <a:lnTo>
                    <a:pt x="1272625" y="68883"/>
                  </a:lnTo>
                  <a:close/>
                  <a:moveTo>
                    <a:pt x="1372458" y="138882"/>
                  </a:moveTo>
                  <a:cubicBezTo>
                    <a:pt x="1365573" y="145767"/>
                    <a:pt x="1356393" y="150357"/>
                    <a:pt x="1342623" y="150357"/>
                  </a:cubicBezTo>
                  <a:cubicBezTo>
                    <a:pt x="1328853" y="150357"/>
                    <a:pt x="1319673" y="145767"/>
                    <a:pt x="1312788" y="138882"/>
                  </a:cubicBezTo>
                  <a:cubicBezTo>
                    <a:pt x="1303608" y="129702"/>
                    <a:pt x="1301312" y="117079"/>
                    <a:pt x="1301312" y="99866"/>
                  </a:cubicBezTo>
                  <a:cubicBezTo>
                    <a:pt x="1301312" y="83801"/>
                    <a:pt x="1303608" y="71178"/>
                    <a:pt x="1312788" y="60851"/>
                  </a:cubicBezTo>
                  <a:cubicBezTo>
                    <a:pt x="1319673" y="53966"/>
                    <a:pt x="1328853" y="49376"/>
                    <a:pt x="1342623" y="49376"/>
                  </a:cubicBezTo>
                  <a:cubicBezTo>
                    <a:pt x="1356393" y="49376"/>
                    <a:pt x="1365573" y="53966"/>
                    <a:pt x="1372458" y="60851"/>
                  </a:cubicBezTo>
                  <a:cubicBezTo>
                    <a:pt x="1381638" y="70031"/>
                    <a:pt x="1383933" y="82653"/>
                    <a:pt x="1383933" y="99866"/>
                  </a:cubicBezTo>
                  <a:cubicBezTo>
                    <a:pt x="1385081" y="117079"/>
                    <a:pt x="1382786" y="129702"/>
                    <a:pt x="1372458" y="138882"/>
                  </a:cubicBezTo>
                  <a:moveTo>
                    <a:pt x="1357541" y="73473"/>
                  </a:moveTo>
                  <a:cubicBezTo>
                    <a:pt x="1354098" y="70031"/>
                    <a:pt x="1348361" y="67736"/>
                    <a:pt x="1342623" y="67736"/>
                  </a:cubicBezTo>
                  <a:cubicBezTo>
                    <a:pt x="1336885" y="67736"/>
                    <a:pt x="1332295" y="70031"/>
                    <a:pt x="1327705" y="73473"/>
                  </a:cubicBezTo>
                  <a:cubicBezTo>
                    <a:pt x="1321968" y="79211"/>
                    <a:pt x="1320820" y="89539"/>
                    <a:pt x="1320820" y="99866"/>
                  </a:cubicBezTo>
                  <a:cubicBezTo>
                    <a:pt x="1320820" y="110194"/>
                    <a:pt x="1321968" y="120521"/>
                    <a:pt x="1327705" y="126259"/>
                  </a:cubicBezTo>
                  <a:cubicBezTo>
                    <a:pt x="1331148" y="129702"/>
                    <a:pt x="1335738" y="131996"/>
                    <a:pt x="1342623" y="131996"/>
                  </a:cubicBezTo>
                  <a:cubicBezTo>
                    <a:pt x="1348361" y="131996"/>
                    <a:pt x="1352951" y="129702"/>
                    <a:pt x="1357541" y="126259"/>
                  </a:cubicBezTo>
                  <a:cubicBezTo>
                    <a:pt x="1363278" y="120521"/>
                    <a:pt x="1364426" y="110194"/>
                    <a:pt x="1364426" y="99866"/>
                  </a:cubicBezTo>
                  <a:cubicBezTo>
                    <a:pt x="1364426" y="89539"/>
                    <a:pt x="1364426" y="79211"/>
                    <a:pt x="1357541" y="73473"/>
                  </a:cubicBezTo>
                  <a:moveTo>
                    <a:pt x="1461964" y="74621"/>
                  </a:moveTo>
                  <a:cubicBezTo>
                    <a:pt x="1457374" y="70031"/>
                    <a:pt x="1453932" y="67736"/>
                    <a:pt x="1447047" y="67736"/>
                  </a:cubicBezTo>
                  <a:cubicBezTo>
                    <a:pt x="1436719" y="67736"/>
                    <a:pt x="1427539" y="75768"/>
                    <a:pt x="1427539" y="89539"/>
                  </a:cubicBezTo>
                  <a:lnTo>
                    <a:pt x="1427539" y="149209"/>
                  </a:lnTo>
                  <a:lnTo>
                    <a:pt x="1408031" y="149209"/>
                  </a:lnTo>
                  <a:lnTo>
                    <a:pt x="1408031" y="51670"/>
                  </a:lnTo>
                  <a:lnTo>
                    <a:pt x="1427539" y="51670"/>
                  </a:lnTo>
                  <a:lnTo>
                    <a:pt x="1427539" y="61998"/>
                  </a:lnTo>
                  <a:cubicBezTo>
                    <a:pt x="1432129" y="55113"/>
                    <a:pt x="1442457" y="50523"/>
                    <a:pt x="1453932" y="50523"/>
                  </a:cubicBezTo>
                  <a:cubicBezTo>
                    <a:pt x="1463112" y="50523"/>
                    <a:pt x="1471144" y="52818"/>
                    <a:pt x="1476882" y="59703"/>
                  </a:cubicBezTo>
                  <a:lnTo>
                    <a:pt x="1461964" y="74621"/>
                  </a:lnTo>
                  <a:close/>
                  <a:moveTo>
                    <a:pt x="1620321" y="136587"/>
                  </a:moveTo>
                  <a:cubicBezTo>
                    <a:pt x="1611141" y="145767"/>
                    <a:pt x="1598518" y="149209"/>
                    <a:pt x="1584748" y="149209"/>
                  </a:cubicBezTo>
                  <a:lnTo>
                    <a:pt x="1536553" y="149209"/>
                  </a:lnTo>
                  <a:lnTo>
                    <a:pt x="1536553" y="11507"/>
                  </a:lnTo>
                  <a:lnTo>
                    <a:pt x="1584748" y="11507"/>
                  </a:lnTo>
                  <a:cubicBezTo>
                    <a:pt x="1599666" y="11507"/>
                    <a:pt x="1612289" y="16098"/>
                    <a:pt x="1620321" y="24130"/>
                  </a:cubicBezTo>
                  <a:cubicBezTo>
                    <a:pt x="1635239" y="39048"/>
                    <a:pt x="1634091" y="58556"/>
                    <a:pt x="1634091" y="79211"/>
                  </a:cubicBezTo>
                  <a:cubicBezTo>
                    <a:pt x="1634091" y="99866"/>
                    <a:pt x="1635239" y="121669"/>
                    <a:pt x="1620321" y="136587"/>
                  </a:cubicBezTo>
                  <a:moveTo>
                    <a:pt x="1605403" y="40195"/>
                  </a:moveTo>
                  <a:cubicBezTo>
                    <a:pt x="1599666" y="33311"/>
                    <a:pt x="1591633" y="31015"/>
                    <a:pt x="1582453" y="31015"/>
                  </a:cubicBezTo>
                  <a:lnTo>
                    <a:pt x="1557208" y="31015"/>
                  </a:lnTo>
                  <a:lnTo>
                    <a:pt x="1557208" y="130849"/>
                  </a:lnTo>
                  <a:lnTo>
                    <a:pt x="1582453" y="130849"/>
                  </a:lnTo>
                  <a:cubicBezTo>
                    <a:pt x="1592781" y="130849"/>
                    <a:pt x="1599666" y="127406"/>
                    <a:pt x="1605403" y="121669"/>
                  </a:cubicBezTo>
                  <a:cubicBezTo>
                    <a:pt x="1612289" y="113636"/>
                    <a:pt x="1612289" y="98719"/>
                    <a:pt x="1612289" y="80358"/>
                  </a:cubicBezTo>
                  <a:cubicBezTo>
                    <a:pt x="1613436" y="60851"/>
                    <a:pt x="1613436" y="48228"/>
                    <a:pt x="1605403" y="40195"/>
                  </a:cubicBezTo>
                  <a:moveTo>
                    <a:pt x="1725892" y="138882"/>
                  </a:moveTo>
                  <a:cubicBezTo>
                    <a:pt x="1719007" y="145767"/>
                    <a:pt x="1709827" y="150357"/>
                    <a:pt x="1696057" y="150357"/>
                  </a:cubicBezTo>
                  <a:cubicBezTo>
                    <a:pt x="1682287" y="150357"/>
                    <a:pt x="1673107" y="145767"/>
                    <a:pt x="1666222" y="138882"/>
                  </a:cubicBezTo>
                  <a:cubicBezTo>
                    <a:pt x="1657041" y="129702"/>
                    <a:pt x="1654746" y="117079"/>
                    <a:pt x="1654746" y="99866"/>
                  </a:cubicBezTo>
                  <a:cubicBezTo>
                    <a:pt x="1654746" y="83801"/>
                    <a:pt x="1657041" y="71178"/>
                    <a:pt x="1666222" y="60851"/>
                  </a:cubicBezTo>
                  <a:cubicBezTo>
                    <a:pt x="1673107" y="53966"/>
                    <a:pt x="1682287" y="49376"/>
                    <a:pt x="1696057" y="49376"/>
                  </a:cubicBezTo>
                  <a:cubicBezTo>
                    <a:pt x="1709827" y="49376"/>
                    <a:pt x="1719007" y="53966"/>
                    <a:pt x="1725892" y="60851"/>
                  </a:cubicBezTo>
                  <a:cubicBezTo>
                    <a:pt x="1735072" y="70031"/>
                    <a:pt x="1737367" y="82653"/>
                    <a:pt x="1737367" y="99866"/>
                  </a:cubicBezTo>
                  <a:cubicBezTo>
                    <a:pt x="1737367" y="117079"/>
                    <a:pt x="1735072" y="129702"/>
                    <a:pt x="1725892" y="138882"/>
                  </a:cubicBezTo>
                  <a:moveTo>
                    <a:pt x="1710975" y="73473"/>
                  </a:moveTo>
                  <a:cubicBezTo>
                    <a:pt x="1707532" y="70031"/>
                    <a:pt x="1701795" y="67736"/>
                    <a:pt x="1696057" y="67736"/>
                  </a:cubicBezTo>
                  <a:cubicBezTo>
                    <a:pt x="1690319" y="67736"/>
                    <a:pt x="1685729" y="70031"/>
                    <a:pt x="1681139" y="73473"/>
                  </a:cubicBezTo>
                  <a:cubicBezTo>
                    <a:pt x="1675402" y="79211"/>
                    <a:pt x="1674254" y="89539"/>
                    <a:pt x="1674254" y="99866"/>
                  </a:cubicBezTo>
                  <a:cubicBezTo>
                    <a:pt x="1674254" y="110194"/>
                    <a:pt x="1675402" y="120521"/>
                    <a:pt x="1681139" y="126259"/>
                  </a:cubicBezTo>
                  <a:cubicBezTo>
                    <a:pt x="1684582" y="129702"/>
                    <a:pt x="1689172" y="131996"/>
                    <a:pt x="1696057" y="131996"/>
                  </a:cubicBezTo>
                  <a:cubicBezTo>
                    <a:pt x="1701795" y="131996"/>
                    <a:pt x="1706385" y="129702"/>
                    <a:pt x="1710975" y="126259"/>
                  </a:cubicBezTo>
                  <a:cubicBezTo>
                    <a:pt x="1716712" y="120521"/>
                    <a:pt x="1717860" y="110194"/>
                    <a:pt x="1717860" y="99866"/>
                  </a:cubicBezTo>
                  <a:cubicBezTo>
                    <a:pt x="1717860" y="89539"/>
                    <a:pt x="1716712" y="79211"/>
                    <a:pt x="1710975" y="73473"/>
                  </a:cubicBezTo>
                  <a:moveTo>
                    <a:pt x="1799333" y="150357"/>
                  </a:moveTo>
                  <a:cubicBezTo>
                    <a:pt x="1777530" y="150357"/>
                    <a:pt x="1755728" y="136587"/>
                    <a:pt x="1755728" y="99866"/>
                  </a:cubicBezTo>
                  <a:cubicBezTo>
                    <a:pt x="1755728" y="63146"/>
                    <a:pt x="1777530" y="49376"/>
                    <a:pt x="1799333" y="49376"/>
                  </a:cubicBezTo>
                  <a:cubicBezTo>
                    <a:pt x="1813103" y="49376"/>
                    <a:pt x="1822283" y="52818"/>
                    <a:pt x="1831463" y="63146"/>
                  </a:cubicBezTo>
                  <a:lnTo>
                    <a:pt x="1817693" y="75768"/>
                  </a:lnTo>
                  <a:cubicBezTo>
                    <a:pt x="1811956" y="68883"/>
                    <a:pt x="1806218" y="66588"/>
                    <a:pt x="1799333" y="66588"/>
                  </a:cubicBezTo>
                  <a:cubicBezTo>
                    <a:pt x="1791300" y="66588"/>
                    <a:pt x="1785563" y="70031"/>
                    <a:pt x="1780973" y="75768"/>
                  </a:cubicBezTo>
                  <a:cubicBezTo>
                    <a:pt x="1776383" y="81506"/>
                    <a:pt x="1775235" y="88391"/>
                    <a:pt x="1775235" y="99866"/>
                  </a:cubicBezTo>
                  <a:cubicBezTo>
                    <a:pt x="1775235" y="111341"/>
                    <a:pt x="1776383" y="118226"/>
                    <a:pt x="1780973" y="123964"/>
                  </a:cubicBezTo>
                  <a:cubicBezTo>
                    <a:pt x="1785563" y="129702"/>
                    <a:pt x="1791300" y="133144"/>
                    <a:pt x="1799333" y="133144"/>
                  </a:cubicBezTo>
                  <a:cubicBezTo>
                    <a:pt x="1807366" y="133144"/>
                    <a:pt x="1811956" y="130849"/>
                    <a:pt x="1817693" y="123964"/>
                  </a:cubicBezTo>
                  <a:lnTo>
                    <a:pt x="1831463" y="136587"/>
                  </a:lnTo>
                  <a:cubicBezTo>
                    <a:pt x="1823431" y="146914"/>
                    <a:pt x="1813103" y="150357"/>
                    <a:pt x="1799333" y="150357"/>
                  </a:cubicBezTo>
                  <a:moveTo>
                    <a:pt x="1881954" y="149209"/>
                  </a:moveTo>
                  <a:cubicBezTo>
                    <a:pt x="1863594" y="149209"/>
                    <a:pt x="1854414" y="136587"/>
                    <a:pt x="1854414" y="121669"/>
                  </a:cubicBezTo>
                  <a:lnTo>
                    <a:pt x="1854414" y="67736"/>
                  </a:lnTo>
                  <a:lnTo>
                    <a:pt x="1842939" y="67736"/>
                  </a:lnTo>
                  <a:lnTo>
                    <a:pt x="1842939" y="53966"/>
                  </a:lnTo>
                  <a:lnTo>
                    <a:pt x="1854414" y="53966"/>
                  </a:lnTo>
                  <a:lnTo>
                    <a:pt x="1854414" y="24130"/>
                  </a:lnTo>
                  <a:lnTo>
                    <a:pt x="1873922" y="24130"/>
                  </a:lnTo>
                  <a:lnTo>
                    <a:pt x="1873922" y="53966"/>
                  </a:lnTo>
                  <a:lnTo>
                    <a:pt x="1893429" y="53966"/>
                  </a:lnTo>
                  <a:lnTo>
                    <a:pt x="1893429" y="68883"/>
                  </a:lnTo>
                  <a:lnTo>
                    <a:pt x="1873922" y="68883"/>
                  </a:lnTo>
                  <a:lnTo>
                    <a:pt x="1873922" y="121669"/>
                  </a:lnTo>
                  <a:cubicBezTo>
                    <a:pt x="1873922" y="128554"/>
                    <a:pt x="1877364" y="133144"/>
                    <a:pt x="1884249" y="133144"/>
                  </a:cubicBezTo>
                  <a:lnTo>
                    <a:pt x="1892282" y="133144"/>
                  </a:lnTo>
                  <a:lnTo>
                    <a:pt x="1892282" y="150357"/>
                  </a:lnTo>
                  <a:lnTo>
                    <a:pt x="1881954" y="150357"/>
                  </a:lnTo>
                  <a:close/>
                  <a:moveTo>
                    <a:pt x="1980640" y="138882"/>
                  </a:moveTo>
                  <a:cubicBezTo>
                    <a:pt x="1973755" y="145767"/>
                    <a:pt x="1964575" y="150357"/>
                    <a:pt x="1950805" y="150357"/>
                  </a:cubicBezTo>
                  <a:cubicBezTo>
                    <a:pt x="1937035" y="150357"/>
                    <a:pt x="1927855" y="145767"/>
                    <a:pt x="1920969" y="138882"/>
                  </a:cubicBezTo>
                  <a:cubicBezTo>
                    <a:pt x="1911789" y="129702"/>
                    <a:pt x="1909494" y="117079"/>
                    <a:pt x="1909494" y="99866"/>
                  </a:cubicBezTo>
                  <a:cubicBezTo>
                    <a:pt x="1909494" y="83801"/>
                    <a:pt x="1911789" y="71178"/>
                    <a:pt x="1920969" y="60851"/>
                  </a:cubicBezTo>
                  <a:cubicBezTo>
                    <a:pt x="1927855" y="53966"/>
                    <a:pt x="1937035" y="49376"/>
                    <a:pt x="1950805" y="49376"/>
                  </a:cubicBezTo>
                  <a:cubicBezTo>
                    <a:pt x="1964575" y="49376"/>
                    <a:pt x="1973755" y="53966"/>
                    <a:pt x="1980640" y="60851"/>
                  </a:cubicBezTo>
                  <a:cubicBezTo>
                    <a:pt x="1989820" y="70031"/>
                    <a:pt x="1992115" y="82653"/>
                    <a:pt x="1992115" y="99866"/>
                  </a:cubicBezTo>
                  <a:cubicBezTo>
                    <a:pt x="1992115" y="117079"/>
                    <a:pt x="1989820" y="129702"/>
                    <a:pt x="1980640" y="138882"/>
                  </a:cubicBezTo>
                  <a:moveTo>
                    <a:pt x="1965723" y="73473"/>
                  </a:moveTo>
                  <a:cubicBezTo>
                    <a:pt x="1962280" y="70031"/>
                    <a:pt x="1956542" y="67736"/>
                    <a:pt x="1950805" y="67736"/>
                  </a:cubicBezTo>
                  <a:cubicBezTo>
                    <a:pt x="1945067" y="67736"/>
                    <a:pt x="1940477" y="70031"/>
                    <a:pt x="1935887" y="73473"/>
                  </a:cubicBezTo>
                  <a:cubicBezTo>
                    <a:pt x="1930150" y="79211"/>
                    <a:pt x="1929002" y="89539"/>
                    <a:pt x="1929002" y="99866"/>
                  </a:cubicBezTo>
                  <a:cubicBezTo>
                    <a:pt x="1929002" y="110194"/>
                    <a:pt x="1930150" y="120521"/>
                    <a:pt x="1935887" y="126259"/>
                  </a:cubicBezTo>
                  <a:cubicBezTo>
                    <a:pt x="1939330" y="129702"/>
                    <a:pt x="1943920" y="131996"/>
                    <a:pt x="1950805" y="131996"/>
                  </a:cubicBezTo>
                  <a:cubicBezTo>
                    <a:pt x="1956542" y="131996"/>
                    <a:pt x="1961132" y="129702"/>
                    <a:pt x="1965723" y="126259"/>
                  </a:cubicBezTo>
                  <a:cubicBezTo>
                    <a:pt x="1971460" y="120521"/>
                    <a:pt x="1972608" y="110194"/>
                    <a:pt x="1972608" y="99866"/>
                  </a:cubicBezTo>
                  <a:cubicBezTo>
                    <a:pt x="1972608" y="89539"/>
                    <a:pt x="1971460" y="79211"/>
                    <a:pt x="1965723" y="73473"/>
                  </a:cubicBezTo>
                  <a:moveTo>
                    <a:pt x="2070146" y="74621"/>
                  </a:moveTo>
                  <a:cubicBezTo>
                    <a:pt x="2065556" y="70031"/>
                    <a:pt x="2062114" y="67736"/>
                    <a:pt x="2055228" y="67736"/>
                  </a:cubicBezTo>
                  <a:cubicBezTo>
                    <a:pt x="2044901" y="67736"/>
                    <a:pt x="2035721" y="75768"/>
                    <a:pt x="2035721" y="89539"/>
                  </a:cubicBezTo>
                  <a:lnTo>
                    <a:pt x="2035721" y="149209"/>
                  </a:lnTo>
                  <a:lnTo>
                    <a:pt x="2016213" y="149209"/>
                  </a:lnTo>
                  <a:lnTo>
                    <a:pt x="2016213" y="51670"/>
                  </a:lnTo>
                  <a:lnTo>
                    <a:pt x="2035721" y="51670"/>
                  </a:lnTo>
                  <a:lnTo>
                    <a:pt x="2035721" y="61998"/>
                  </a:lnTo>
                  <a:cubicBezTo>
                    <a:pt x="2040311" y="55113"/>
                    <a:pt x="2050638" y="50523"/>
                    <a:pt x="2062114" y="50523"/>
                  </a:cubicBezTo>
                  <a:cubicBezTo>
                    <a:pt x="2071294" y="50523"/>
                    <a:pt x="2079326" y="52818"/>
                    <a:pt x="2085064" y="59703"/>
                  </a:cubicBezTo>
                  <a:lnTo>
                    <a:pt x="2070146" y="74621"/>
                  </a:lnTo>
                  <a:close/>
                  <a:moveTo>
                    <a:pt x="2149325" y="149209"/>
                  </a:moveTo>
                  <a:lnTo>
                    <a:pt x="2149325" y="140029"/>
                  </a:lnTo>
                  <a:cubicBezTo>
                    <a:pt x="2142440" y="146914"/>
                    <a:pt x="2135554" y="150357"/>
                    <a:pt x="2122932" y="150357"/>
                  </a:cubicBezTo>
                  <a:cubicBezTo>
                    <a:pt x="2110309" y="150357"/>
                    <a:pt x="2102277" y="146914"/>
                    <a:pt x="2096539" y="141177"/>
                  </a:cubicBezTo>
                  <a:cubicBezTo>
                    <a:pt x="2091949" y="135439"/>
                    <a:pt x="2088506" y="128554"/>
                    <a:pt x="2088506" y="120521"/>
                  </a:cubicBezTo>
                  <a:cubicBezTo>
                    <a:pt x="2088506" y="104456"/>
                    <a:pt x="2099982" y="91833"/>
                    <a:pt x="2122932" y="91833"/>
                  </a:cubicBezTo>
                  <a:lnTo>
                    <a:pt x="2149325" y="91833"/>
                  </a:lnTo>
                  <a:lnTo>
                    <a:pt x="2149325" y="84949"/>
                  </a:lnTo>
                  <a:cubicBezTo>
                    <a:pt x="2149325" y="72326"/>
                    <a:pt x="2143587" y="66588"/>
                    <a:pt x="2127522" y="66588"/>
                  </a:cubicBezTo>
                  <a:cubicBezTo>
                    <a:pt x="2117194" y="66588"/>
                    <a:pt x="2111457" y="68883"/>
                    <a:pt x="2105719" y="75768"/>
                  </a:cubicBezTo>
                  <a:lnTo>
                    <a:pt x="2093096" y="63146"/>
                  </a:lnTo>
                  <a:cubicBezTo>
                    <a:pt x="2102277" y="52818"/>
                    <a:pt x="2112604" y="49376"/>
                    <a:pt x="2128669" y="49376"/>
                  </a:cubicBezTo>
                  <a:cubicBezTo>
                    <a:pt x="2156210" y="49376"/>
                    <a:pt x="2168832" y="60851"/>
                    <a:pt x="2168832" y="82653"/>
                  </a:cubicBezTo>
                  <a:lnTo>
                    <a:pt x="2168832" y="148062"/>
                  </a:lnTo>
                  <a:lnTo>
                    <a:pt x="2149325" y="148062"/>
                  </a:lnTo>
                  <a:close/>
                  <a:moveTo>
                    <a:pt x="2148177" y="106751"/>
                  </a:moveTo>
                  <a:lnTo>
                    <a:pt x="2125227" y="106751"/>
                  </a:lnTo>
                  <a:cubicBezTo>
                    <a:pt x="2113752" y="106751"/>
                    <a:pt x="2108014" y="112489"/>
                    <a:pt x="2108014" y="120521"/>
                  </a:cubicBezTo>
                  <a:cubicBezTo>
                    <a:pt x="2108014" y="129702"/>
                    <a:pt x="2113752" y="134292"/>
                    <a:pt x="2126374" y="134292"/>
                  </a:cubicBezTo>
                  <a:cubicBezTo>
                    <a:pt x="2134407" y="134292"/>
                    <a:pt x="2138997" y="134292"/>
                    <a:pt x="2144735" y="128554"/>
                  </a:cubicBezTo>
                  <a:cubicBezTo>
                    <a:pt x="2148177" y="125112"/>
                    <a:pt x="2149325" y="120521"/>
                    <a:pt x="2149325" y="113636"/>
                  </a:cubicBezTo>
                  <a:lnTo>
                    <a:pt x="2149325" y="106751"/>
                  </a:lnTo>
                  <a:close/>
                  <a:moveTo>
                    <a:pt x="2221618" y="149209"/>
                  </a:moveTo>
                  <a:cubicBezTo>
                    <a:pt x="2203258" y="149209"/>
                    <a:pt x="2194078" y="136587"/>
                    <a:pt x="2194078" y="121669"/>
                  </a:cubicBezTo>
                  <a:lnTo>
                    <a:pt x="2194078" y="11507"/>
                  </a:lnTo>
                  <a:lnTo>
                    <a:pt x="2213585" y="11507"/>
                  </a:lnTo>
                  <a:lnTo>
                    <a:pt x="2213585" y="120521"/>
                  </a:lnTo>
                  <a:cubicBezTo>
                    <a:pt x="2213585" y="128554"/>
                    <a:pt x="2215880" y="131996"/>
                    <a:pt x="2223913" y="131996"/>
                  </a:cubicBezTo>
                  <a:lnTo>
                    <a:pt x="2233093" y="131996"/>
                  </a:lnTo>
                  <a:lnTo>
                    <a:pt x="2233093" y="149209"/>
                  </a:lnTo>
                  <a:lnTo>
                    <a:pt x="2221618" y="149209"/>
                  </a:lnTo>
                  <a:close/>
                  <a:moveTo>
                    <a:pt x="2345549" y="31015"/>
                  </a:moveTo>
                  <a:lnTo>
                    <a:pt x="2345549" y="149209"/>
                  </a:lnTo>
                  <a:lnTo>
                    <a:pt x="2324894" y="149209"/>
                  </a:lnTo>
                  <a:lnTo>
                    <a:pt x="2324894" y="31015"/>
                  </a:lnTo>
                  <a:lnTo>
                    <a:pt x="2285879" y="31015"/>
                  </a:lnTo>
                  <a:lnTo>
                    <a:pt x="2285879" y="11507"/>
                  </a:lnTo>
                  <a:lnTo>
                    <a:pt x="2383417" y="11507"/>
                  </a:lnTo>
                  <a:lnTo>
                    <a:pt x="2383417" y="31015"/>
                  </a:lnTo>
                  <a:close/>
                  <a:moveTo>
                    <a:pt x="2448826" y="74621"/>
                  </a:moveTo>
                  <a:cubicBezTo>
                    <a:pt x="2444236" y="70031"/>
                    <a:pt x="2440793" y="67736"/>
                    <a:pt x="2433908" y="67736"/>
                  </a:cubicBezTo>
                  <a:cubicBezTo>
                    <a:pt x="2423580" y="67736"/>
                    <a:pt x="2414400" y="75768"/>
                    <a:pt x="2414400" y="89539"/>
                  </a:cubicBezTo>
                  <a:lnTo>
                    <a:pt x="2414400" y="149209"/>
                  </a:lnTo>
                  <a:lnTo>
                    <a:pt x="2394892" y="149209"/>
                  </a:lnTo>
                  <a:lnTo>
                    <a:pt x="2394892" y="51670"/>
                  </a:lnTo>
                  <a:lnTo>
                    <a:pt x="2414400" y="51670"/>
                  </a:lnTo>
                  <a:lnTo>
                    <a:pt x="2414400" y="61998"/>
                  </a:lnTo>
                  <a:cubicBezTo>
                    <a:pt x="2418990" y="55113"/>
                    <a:pt x="2429318" y="50523"/>
                    <a:pt x="2440793" y="50523"/>
                  </a:cubicBezTo>
                  <a:cubicBezTo>
                    <a:pt x="2449973" y="50523"/>
                    <a:pt x="2458006" y="52818"/>
                    <a:pt x="2463743" y="59703"/>
                  </a:cubicBezTo>
                  <a:lnTo>
                    <a:pt x="2448826" y="74621"/>
                  </a:lnTo>
                  <a:close/>
                  <a:moveTo>
                    <a:pt x="2526856" y="149209"/>
                  </a:moveTo>
                  <a:lnTo>
                    <a:pt x="2526856" y="140029"/>
                  </a:lnTo>
                  <a:cubicBezTo>
                    <a:pt x="2519971" y="146914"/>
                    <a:pt x="2513086" y="150357"/>
                    <a:pt x="2500464" y="150357"/>
                  </a:cubicBezTo>
                  <a:cubicBezTo>
                    <a:pt x="2487841" y="150357"/>
                    <a:pt x="2479808" y="146914"/>
                    <a:pt x="2474071" y="141177"/>
                  </a:cubicBezTo>
                  <a:cubicBezTo>
                    <a:pt x="2469481" y="135439"/>
                    <a:pt x="2466038" y="128554"/>
                    <a:pt x="2466038" y="120521"/>
                  </a:cubicBezTo>
                  <a:cubicBezTo>
                    <a:pt x="2466038" y="104456"/>
                    <a:pt x="2477513" y="91833"/>
                    <a:pt x="2500464" y="91833"/>
                  </a:cubicBezTo>
                  <a:lnTo>
                    <a:pt x="2526856" y="91833"/>
                  </a:lnTo>
                  <a:lnTo>
                    <a:pt x="2526856" y="84949"/>
                  </a:lnTo>
                  <a:cubicBezTo>
                    <a:pt x="2526856" y="72326"/>
                    <a:pt x="2521119" y="66588"/>
                    <a:pt x="2505054" y="66588"/>
                  </a:cubicBezTo>
                  <a:cubicBezTo>
                    <a:pt x="2494726" y="66588"/>
                    <a:pt x="2488988" y="68883"/>
                    <a:pt x="2483251" y="75768"/>
                  </a:cubicBezTo>
                  <a:lnTo>
                    <a:pt x="2470628" y="63146"/>
                  </a:lnTo>
                  <a:cubicBezTo>
                    <a:pt x="2479808" y="52818"/>
                    <a:pt x="2490136" y="49376"/>
                    <a:pt x="2506201" y="49376"/>
                  </a:cubicBezTo>
                  <a:cubicBezTo>
                    <a:pt x="2533742" y="49376"/>
                    <a:pt x="2546364" y="60851"/>
                    <a:pt x="2546364" y="82653"/>
                  </a:cubicBezTo>
                  <a:lnTo>
                    <a:pt x="2546364" y="148062"/>
                  </a:lnTo>
                  <a:lnTo>
                    <a:pt x="2526856" y="148062"/>
                  </a:lnTo>
                  <a:close/>
                  <a:moveTo>
                    <a:pt x="2526856" y="106751"/>
                  </a:moveTo>
                  <a:lnTo>
                    <a:pt x="2503906" y="106751"/>
                  </a:lnTo>
                  <a:cubicBezTo>
                    <a:pt x="2492431" y="106751"/>
                    <a:pt x="2486693" y="112489"/>
                    <a:pt x="2486693" y="120521"/>
                  </a:cubicBezTo>
                  <a:cubicBezTo>
                    <a:pt x="2486693" y="129702"/>
                    <a:pt x="2492431" y="134292"/>
                    <a:pt x="2505054" y="134292"/>
                  </a:cubicBezTo>
                  <a:cubicBezTo>
                    <a:pt x="2513086" y="134292"/>
                    <a:pt x="2518824" y="134292"/>
                    <a:pt x="2523414" y="128554"/>
                  </a:cubicBezTo>
                  <a:cubicBezTo>
                    <a:pt x="2526856" y="125112"/>
                    <a:pt x="2528004" y="120521"/>
                    <a:pt x="2528004" y="113636"/>
                  </a:cubicBezTo>
                  <a:lnTo>
                    <a:pt x="2528004" y="106751"/>
                  </a:lnTo>
                  <a:close/>
                  <a:moveTo>
                    <a:pt x="2572757" y="11507"/>
                  </a:moveTo>
                  <a:lnTo>
                    <a:pt x="2593412" y="11507"/>
                  </a:lnTo>
                  <a:lnTo>
                    <a:pt x="2593412" y="32163"/>
                  </a:lnTo>
                  <a:lnTo>
                    <a:pt x="2572757" y="32163"/>
                  </a:lnTo>
                  <a:lnTo>
                    <a:pt x="2572757" y="11507"/>
                  </a:lnTo>
                  <a:close/>
                  <a:moveTo>
                    <a:pt x="2573905" y="51670"/>
                  </a:moveTo>
                  <a:lnTo>
                    <a:pt x="2593412" y="51670"/>
                  </a:lnTo>
                  <a:lnTo>
                    <a:pt x="2593412" y="149209"/>
                  </a:lnTo>
                  <a:lnTo>
                    <a:pt x="2573905" y="149209"/>
                  </a:lnTo>
                  <a:lnTo>
                    <a:pt x="2573905" y="51670"/>
                  </a:lnTo>
                  <a:close/>
                  <a:moveTo>
                    <a:pt x="2681771" y="149209"/>
                  </a:moveTo>
                  <a:lnTo>
                    <a:pt x="2681771" y="89539"/>
                  </a:lnTo>
                  <a:cubicBezTo>
                    <a:pt x="2681771" y="74621"/>
                    <a:pt x="2672591" y="67736"/>
                    <a:pt x="2662263" y="67736"/>
                  </a:cubicBezTo>
                  <a:cubicBezTo>
                    <a:pt x="2650788" y="67736"/>
                    <a:pt x="2641608" y="74621"/>
                    <a:pt x="2641608" y="89539"/>
                  </a:cubicBezTo>
                  <a:lnTo>
                    <a:pt x="2641608" y="149209"/>
                  </a:lnTo>
                  <a:lnTo>
                    <a:pt x="2622100" y="149209"/>
                  </a:lnTo>
                  <a:lnTo>
                    <a:pt x="2622100" y="51670"/>
                  </a:lnTo>
                  <a:lnTo>
                    <a:pt x="2641608" y="51670"/>
                  </a:lnTo>
                  <a:lnTo>
                    <a:pt x="2641608" y="61998"/>
                  </a:lnTo>
                  <a:cubicBezTo>
                    <a:pt x="2648493" y="55113"/>
                    <a:pt x="2657673" y="50523"/>
                    <a:pt x="2668001" y="50523"/>
                  </a:cubicBezTo>
                  <a:cubicBezTo>
                    <a:pt x="2678328" y="50523"/>
                    <a:pt x="2686361" y="53966"/>
                    <a:pt x="2692098" y="59703"/>
                  </a:cubicBezTo>
                  <a:cubicBezTo>
                    <a:pt x="2700131" y="66588"/>
                    <a:pt x="2702426" y="75768"/>
                    <a:pt x="2702426" y="87243"/>
                  </a:cubicBezTo>
                  <a:lnTo>
                    <a:pt x="2702426" y="150357"/>
                  </a:lnTo>
                  <a:lnTo>
                    <a:pt x="2681771" y="150357"/>
                  </a:lnTo>
                  <a:close/>
                  <a:moveTo>
                    <a:pt x="2728819" y="11507"/>
                  </a:moveTo>
                  <a:lnTo>
                    <a:pt x="2749474" y="11507"/>
                  </a:lnTo>
                  <a:lnTo>
                    <a:pt x="2749474" y="32163"/>
                  </a:lnTo>
                  <a:lnTo>
                    <a:pt x="2728819" y="32163"/>
                  </a:lnTo>
                  <a:lnTo>
                    <a:pt x="2728819" y="11507"/>
                  </a:lnTo>
                  <a:close/>
                  <a:moveTo>
                    <a:pt x="2728819" y="51670"/>
                  </a:moveTo>
                  <a:lnTo>
                    <a:pt x="2748327" y="51670"/>
                  </a:lnTo>
                  <a:lnTo>
                    <a:pt x="2748327" y="149209"/>
                  </a:lnTo>
                  <a:lnTo>
                    <a:pt x="2728819" y="149209"/>
                  </a:lnTo>
                  <a:lnTo>
                    <a:pt x="2728819" y="51670"/>
                  </a:lnTo>
                  <a:close/>
                  <a:moveTo>
                    <a:pt x="2836685" y="149209"/>
                  </a:moveTo>
                  <a:lnTo>
                    <a:pt x="2836685" y="89539"/>
                  </a:lnTo>
                  <a:cubicBezTo>
                    <a:pt x="2836685" y="74621"/>
                    <a:pt x="2827505" y="67736"/>
                    <a:pt x="2817177" y="67736"/>
                  </a:cubicBezTo>
                  <a:cubicBezTo>
                    <a:pt x="2805702" y="67736"/>
                    <a:pt x="2796522" y="74621"/>
                    <a:pt x="2796522" y="89539"/>
                  </a:cubicBezTo>
                  <a:lnTo>
                    <a:pt x="2796522" y="149209"/>
                  </a:lnTo>
                  <a:lnTo>
                    <a:pt x="2777014" y="149209"/>
                  </a:lnTo>
                  <a:lnTo>
                    <a:pt x="2777014" y="51670"/>
                  </a:lnTo>
                  <a:lnTo>
                    <a:pt x="2796522" y="51670"/>
                  </a:lnTo>
                  <a:lnTo>
                    <a:pt x="2796522" y="61998"/>
                  </a:lnTo>
                  <a:cubicBezTo>
                    <a:pt x="2803407" y="55113"/>
                    <a:pt x="2812587" y="50523"/>
                    <a:pt x="2822915" y="50523"/>
                  </a:cubicBezTo>
                  <a:cubicBezTo>
                    <a:pt x="2833242" y="50523"/>
                    <a:pt x="2841275" y="53966"/>
                    <a:pt x="2847013" y="59703"/>
                  </a:cubicBezTo>
                  <a:cubicBezTo>
                    <a:pt x="2855045" y="66588"/>
                    <a:pt x="2857340" y="75768"/>
                    <a:pt x="2857340" y="87243"/>
                  </a:cubicBezTo>
                  <a:lnTo>
                    <a:pt x="2857340" y="150357"/>
                  </a:lnTo>
                  <a:lnTo>
                    <a:pt x="2836685" y="150357"/>
                  </a:lnTo>
                  <a:close/>
                  <a:moveTo>
                    <a:pt x="2917011" y="190520"/>
                  </a:moveTo>
                  <a:cubicBezTo>
                    <a:pt x="2902093" y="190520"/>
                    <a:pt x="2892913" y="187077"/>
                    <a:pt x="2882585" y="177897"/>
                  </a:cubicBezTo>
                  <a:lnTo>
                    <a:pt x="2895208" y="165275"/>
                  </a:lnTo>
                  <a:cubicBezTo>
                    <a:pt x="2900946" y="171012"/>
                    <a:pt x="2906683" y="174454"/>
                    <a:pt x="2917011" y="174454"/>
                  </a:cubicBezTo>
                  <a:cubicBezTo>
                    <a:pt x="2934224" y="174454"/>
                    <a:pt x="2939961" y="162979"/>
                    <a:pt x="2939961" y="149209"/>
                  </a:cubicBezTo>
                  <a:lnTo>
                    <a:pt x="2939961" y="136587"/>
                  </a:lnTo>
                  <a:cubicBezTo>
                    <a:pt x="2933076" y="144619"/>
                    <a:pt x="2925043" y="148062"/>
                    <a:pt x="2914716" y="148062"/>
                  </a:cubicBezTo>
                  <a:cubicBezTo>
                    <a:pt x="2904388" y="148062"/>
                    <a:pt x="2896356" y="144619"/>
                    <a:pt x="2891766" y="138882"/>
                  </a:cubicBezTo>
                  <a:cubicBezTo>
                    <a:pt x="2882585" y="129702"/>
                    <a:pt x="2880291" y="115931"/>
                    <a:pt x="2880291" y="98719"/>
                  </a:cubicBezTo>
                  <a:cubicBezTo>
                    <a:pt x="2880291" y="81506"/>
                    <a:pt x="2881438" y="68883"/>
                    <a:pt x="2891766" y="58556"/>
                  </a:cubicBezTo>
                  <a:cubicBezTo>
                    <a:pt x="2897503" y="52818"/>
                    <a:pt x="2905536" y="50523"/>
                    <a:pt x="2915863" y="50523"/>
                  </a:cubicBezTo>
                  <a:cubicBezTo>
                    <a:pt x="2926191" y="50523"/>
                    <a:pt x="2934224" y="52818"/>
                    <a:pt x="2941109" y="61998"/>
                  </a:cubicBezTo>
                  <a:lnTo>
                    <a:pt x="2941109" y="51670"/>
                  </a:lnTo>
                  <a:lnTo>
                    <a:pt x="2960616" y="51670"/>
                  </a:lnTo>
                  <a:lnTo>
                    <a:pt x="2960616" y="149209"/>
                  </a:lnTo>
                  <a:cubicBezTo>
                    <a:pt x="2959469" y="173307"/>
                    <a:pt x="2943404" y="190520"/>
                    <a:pt x="2917011" y="190520"/>
                  </a:cubicBezTo>
                  <a:moveTo>
                    <a:pt x="2919306" y="67736"/>
                  </a:moveTo>
                  <a:cubicBezTo>
                    <a:pt x="2900946" y="67736"/>
                    <a:pt x="2898651" y="82653"/>
                    <a:pt x="2898651" y="98719"/>
                  </a:cubicBezTo>
                  <a:cubicBezTo>
                    <a:pt x="2898651" y="114784"/>
                    <a:pt x="2900946" y="129702"/>
                    <a:pt x="2919306" y="129702"/>
                  </a:cubicBezTo>
                  <a:cubicBezTo>
                    <a:pt x="2937666" y="129702"/>
                    <a:pt x="2938814" y="114784"/>
                    <a:pt x="2938814" y="98719"/>
                  </a:cubicBezTo>
                  <a:cubicBezTo>
                    <a:pt x="2938814" y="82653"/>
                    <a:pt x="2937666" y="67736"/>
                    <a:pt x="2919306" y="67736"/>
                  </a:cubicBezTo>
                  <a:moveTo>
                    <a:pt x="3030615" y="11507"/>
                  </a:moveTo>
                  <a:lnTo>
                    <a:pt x="3051270" y="11507"/>
                  </a:lnTo>
                  <a:lnTo>
                    <a:pt x="3051270" y="32163"/>
                  </a:lnTo>
                  <a:lnTo>
                    <a:pt x="3030615" y="32163"/>
                  </a:lnTo>
                  <a:lnTo>
                    <a:pt x="3030615" y="11507"/>
                  </a:lnTo>
                  <a:close/>
                  <a:moveTo>
                    <a:pt x="3031762" y="51670"/>
                  </a:moveTo>
                  <a:lnTo>
                    <a:pt x="3051270" y="51670"/>
                  </a:lnTo>
                  <a:lnTo>
                    <a:pt x="3051270" y="149209"/>
                  </a:lnTo>
                  <a:lnTo>
                    <a:pt x="3031762" y="149209"/>
                  </a:lnTo>
                  <a:lnTo>
                    <a:pt x="3031762" y="51670"/>
                  </a:lnTo>
                  <a:close/>
                  <a:moveTo>
                    <a:pt x="3139628" y="149209"/>
                  </a:moveTo>
                  <a:lnTo>
                    <a:pt x="3139628" y="89539"/>
                  </a:lnTo>
                  <a:cubicBezTo>
                    <a:pt x="3139628" y="74621"/>
                    <a:pt x="3130448" y="67736"/>
                    <a:pt x="3120121" y="67736"/>
                  </a:cubicBezTo>
                  <a:cubicBezTo>
                    <a:pt x="3108646" y="67736"/>
                    <a:pt x="3099465" y="74621"/>
                    <a:pt x="3099465" y="89539"/>
                  </a:cubicBezTo>
                  <a:lnTo>
                    <a:pt x="3099465" y="149209"/>
                  </a:lnTo>
                  <a:lnTo>
                    <a:pt x="3079958" y="149209"/>
                  </a:lnTo>
                  <a:lnTo>
                    <a:pt x="3079958" y="51670"/>
                  </a:lnTo>
                  <a:lnTo>
                    <a:pt x="3099465" y="51670"/>
                  </a:lnTo>
                  <a:lnTo>
                    <a:pt x="3099465" y="61998"/>
                  </a:lnTo>
                  <a:cubicBezTo>
                    <a:pt x="3106351" y="55113"/>
                    <a:pt x="3115531" y="50523"/>
                    <a:pt x="3125858" y="50523"/>
                  </a:cubicBezTo>
                  <a:cubicBezTo>
                    <a:pt x="3136186" y="50523"/>
                    <a:pt x="3144218" y="53966"/>
                    <a:pt x="3149956" y="59703"/>
                  </a:cubicBezTo>
                  <a:cubicBezTo>
                    <a:pt x="3157989" y="66588"/>
                    <a:pt x="3160284" y="75768"/>
                    <a:pt x="3160284" y="87243"/>
                  </a:cubicBezTo>
                  <a:lnTo>
                    <a:pt x="3160284" y="150357"/>
                  </a:lnTo>
                  <a:lnTo>
                    <a:pt x="3139628" y="150357"/>
                  </a:lnTo>
                  <a:close/>
                  <a:moveTo>
                    <a:pt x="3311755" y="149209"/>
                  </a:moveTo>
                  <a:lnTo>
                    <a:pt x="3302575" y="121669"/>
                  </a:lnTo>
                  <a:lnTo>
                    <a:pt x="3247494" y="121669"/>
                  </a:lnTo>
                  <a:lnTo>
                    <a:pt x="3238315" y="149209"/>
                  </a:lnTo>
                  <a:lnTo>
                    <a:pt x="3216512" y="149209"/>
                  </a:lnTo>
                  <a:lnTo>
                    <a:pt x="3267002" y="11507"/>
                  </a:lnTo>
                  <a:lnTo>
                    <a:pt x="3284215" y="11507"/>
                  </a:lnTo>
                  <a:lnTo>
                    <a:pt x="3334706" y="149209"/>
                  </a:lnTo>
                  <a:lnTo>
                    <a:pt x="3311755" y="149209"/>
                  </a:lnTo>
                  <a:close/>
                  <a:moveTo>
                    <a:pt x="3275035" y="43638"/>
                  </a:moveTo>
                  <a:lnTo>
                    <a:pt x="3253232" y="104456"/>
                  </a:lnTo>
                  <a:lnTo>
                    <a:pt x="3295690" y="104456"/>
                  </a:lnTo>
                  <a:lnTo>
                    <a:pt x="3275035" y="43638"/>
                  </a:lnTo>
                  <a:close/>
                  <a:moveTo>
                    <a:pt x="3381754" y="190520"/>
                  </a:moveTo>
                  <a:cubicBezTo>
                    <a:pt x="3366836" y="190520"/>
                    <a:pt x="3357656" y="187077"/>
                    <a:pt x="3347328" y="177897"/>
                  </a:cubicBezTo>
                  <a:lnTo>
                    <a:pt x="3359951" y="165275"/>
                  </a:lnTo>
                  <a:cubicBezTo>
                    <a:pt x="3365689" y="171012"/>
                    <a:pt x="3371426" y="174454"/>
                    <a:pt x="3381754" y="174454"/>
                  </a:cubicBezTo>
                  <a:cubicBezTo>
                    <a:pt x="3398966" y="174454"/>
                    <a:pt x="3404704" y="162979"/>
                    <a:pt x="3404704" y="149209"/>
                  </a:cubicBezTo>
                  <a:lnTo>
                    <a:pt x="3404704" y="136587"/>
                  </a:lnTo>
                  <a:cubicBezTo>
                    <a:pt x="3397819" y="144619"/>
                    <a:pt x="3389786" y="148062"/>
                    <a:pt x="3379458" y="148062"/>
                  </a:cubicBezTo>
                  <a:cubicBezTo>
                    <a:pt x="3369131" y="148062"/>
                    <a:pt x="3361099" y="144619"/>
                    <a:pt x="3356508" y="138882"/>
                  </a:cubicBezTo>
                  <a:cubicBezTo>
                    <a:pt x="3347328" y="129702"/>
                    <a:pt x="3345033" y="115931"/>
                    <a:pt x="3345033" y="98719"/>
                  </a:cubicBezTo>
                  <a:cubicBezTo>
                    <a:pt x="3345033" y="81506"/>
                    <a:pt x="3346181" y="68883"/>
                    <a:pt x="3356508" y="58556"/>
                  </a:cubicBezTo>
                  <a:cubicBezTo>
                    <a:pt x="3362246" y="52818"/>
                    <a:pt x="3370279" y="50523"/>
                    <a:pt x="3380606" y="50523"/>
                  </a:cubicBezTo>
                  <a:cubicBezTo>
                    <a:pt x="3390934" y="50523"/>
                    <a:pt x="3398966" y="52818"/>
                    <a:pt x="3405852" y="61998"/>
                  </a:cubicBezTo>
                  <a:lnTo>
                    <a:pt x="3405852" y="51670"/>
                  </a:lnTo>
                  <a:lnTo>
                    <a:pt x="3425359" y="51670"/>
                  </a:lnTo>
                  <a:lnTo>
                    <a:pt x="3425359" y="149209"/>
                  </a:lnTo>
                  <a:cubicBezTo>
                    <a:pt x="3423064" y="173307"/>
                    <a:pt x="3406999" y="190520"/>
                    <a:pt x="3381754" y="190520"/>
                  </a:cubicBezTo>
                  <a:moveTo>
                    <a:pt x="3384049" y="67736"/>
                  </a:moveTo>
                  <a:cubicBezTo>
                    <a:pt x="3365689" y="67736"/>
                    <a:pt x="3363393" y="82653"/>
                    <a:pt x="3363393" y="98719"/>
                  </a:cubicBezTo>
                  <a:cubicBezTo>
                    <a:pt x="3363393" y="114784"/>
                    <a:pt x="3365689" y="129702"/>
                    <a:pt x="3384049" y="129702"/>
                  </a:cubicBezTo>
                  <a:cubicBezTo>
                    <a:pt x="3402409" y="129702"/>
                    <a:pt x="3403556" y="114784"/>
                    <a:pt x="3403556" y="98719"/>
                  </a:cubicBezTo>
                  <a:cubicBezTo>
                    <a:pt x="3403556" y="82653"/>
                    <a:pt x="3401262" y="67736"/>
                    <a:pt x="3384049" y="67736"/>
                  </a:cubicBezTo>
                  <a:moveTo>
                    <a:pt x="3505685" y="74621"/>
                  </a:moveTo>
                  <a:cubicBezTo>
                    <a:pt x="3501095" y="70031"/>
                    <a:pt x="3497653" y="67736"/>
                    <a:pt x="3490767" y="67736"/>
                  </a:cubicBezTo>
                  <a:cubicBezTo>
                    <a:pt x="3480440" y="67736"/>
                    <a:pt x="3471260" y="75768"/>
                    <a:pt x="3471260" y="89539"/>
                  </a:cubicBezTo>
                  <a:lnTo>
                    <a:pt x="3471260" y="149209"/>
                  </a:lnTo>
                  <a:lnTo>
                    <a:pt x="3451752" y="149209"/>
                  </a:lnTo>
                  <a:lnTo>
                    <a:pt x="3451752" y="51670"/>
                  </a:lnTo>
                  <a:lnTo>
                    <a:pt x="3471260" y="51670"/>
                  </a:lnTo>
                  <a:lnTo>
                    <a:pt x="3471260" y="61998"/>
                  </a:lnTo>
                  <a:cubicBezTo>
                    <a:pt x="3475850" y="55113"/>
                    <a:pt x="3486177" y="50523"/>
                    <a:pt x="3497653" y="50523"/>
                  </a:cubicBezTo>
                  <a:cubicBezTo>
                    <a:pt x="3506833" y="50523"/>
                    <a:pt x="3514865" y="52818"/>
                    <a:pt x="3520603" y="59703"/>
                  </a:cubicBezTo>
                  <a:lnTo>
                    <a:pt x="3505685" y="74621"/>
                  </a:lnTo>
                  <a:close/>
                  <a:moveTo>
                    <a:pt x="3533226" y="11507"/>
                  </a:moveTo>
                  <a:lnTo>
                    <a:pt x="3553881" y="11507"/>
                  </a:lnTo>
                  <a:lnTo>
                    <a:pt x="3553881" y="32163"/>
                  </a:lnTo>
                  <a:lnTo>
                    <a:pt x="3533226" y="32163"/>
                  </a:lnTo>
                  <a:lnTo>
                    <a:pt x="3533226" y="11507"/>
                  </a:lnTo>
                  <a:close/>
                  <a:moveTo>
                    <a:pt x="3533226" y="51670"/>
                  </a:moveTo>
                  <a:lnTo>
                    <a:pt x="3552733" y="51670"/>
                  </a:lnTo>
                  <a:lnTo>
                    <a:pt x="3552733" y="149209"/>
                  </a:lnTo>
                  <a:lnTo>
                    <a:pt x="3533226" y="149209"/>
                  </a:lnTo>
                  <a:lnTo>
                    <a:pt x="3533226" y="51670"/>
                  </a:lnTo>
                  <a:close/>
                  <a:moveTo>
                    <a:pt x="3579126" y="87243"/>
                  </a:moveTo>
                  <a:lnTo>
                    <a:pt x="3635354" y="87243"/>
                  </a:lnTo>
                  <a:lnTo>
                    <a:pt x="3635354" y="105604"/>
                  </a:lnTo>
                  <a:lnTo>
                    <a:pt x="3579126" y="105604"/>
                  </a:lnTo>
                  <a:close/>
                  <a:moveTo>
                    <a:pt x="3684697" y="31015"/>
                  </a:moveTo>
                  <a:lnTo>
                    <a:pt x="3684697" y="72326"/>
                  </a:lnTo>
                  <a:lnTo>
                    <a:pt x="3742073" y="72326"/>
                  </a:lnTo>
                  <a:lnTo>
                    <a:pt x="3742073" y="91833"/>
                  </a:lnTo>
                  <a:lnTo>
                    <a:pt x="3684697" y="91833"/>
                  </a:lnTo>
                  <a:lnTo>
                    <a:pt x="3684697" y="149209"/>
                  </a:lnTo>
                  <a:lnTo>
                    <a:pt x="3664042" y="149209"/>
                  </a:lnTo>
                  <a:lnTo>
                    <a:pt x="3664042" y="11507"/>
                  </a:lnTo>
                  <a:lnTo>
                    <a:pt x="3752400" y="11507"/>
                  </a:lnTo>
                  <a:lnTo>
                    <a:pt x="3752400" y="31015"/>
                  </a:lnTo>
                  <a:close/>
                  <a:moveTo>
                    <a:pt x="3830431" y="138882"/>
                  </a:moveTo>
                  <a:cubicBezTo>
                    <a:pt x="3823546" y="145767"/>
                    <a:pt x="3814366" y="150357"/>
                    <a:pt x="3800596" y="150357"/>
                  </a:cubicBezTo>
                  <a:cubicBezTo>
                    <a:pt x="3786826" y="150357"/>
                    <a:pt x="3777646" y="145767"/>
                    <a:pt x="3770761" y="138882"/>
                  </a:cubicBezTo>
                  <a:cubicBezTo>
                    <a:pt x="3761581" y="129702"/>
                    <a:pt x="3759285" y="117079"/>
                    <a:pt x="3759285" y="99866"/>
                  </a:cubicBezTo>
                  <a:cubicBezTo>
                    <a:pt x="3759285" y="83801"/>
                    <a:pt x="3761581" y="71178"/>
                    <a:pt x="3770761" y="60851"/>
                  </a:cubicBezTo>
                  <a:cubicBezTo>
                    <a:pt x="3777646" y="53966"/>
                    <a:pt x="3786826" y="49376"/>
                    <a:pt x="3800596" y="49376"/>
                  </a:cubicBezTo>
                  <a:cubicBezTo>
                    <a:pt x="3814366" y="49376"/>
                    <a:pt x="3823546" y="53966"/>
                    <a:pt x="3830431" y="60851"/>
                  </a:cubicBezTo>
                  <a:cubicBezTo>
                    <a:pt x="3839611" y="70031"/>
                    <a:pt x="3841906" y="82653"/>
                    <a:pt x="3841906" y="99866"/>
                  </a:cubicBezTo>
                  <a:cubicBezTo>
                    <a:pt x="3843054" y="117079"/>
                    <a:pt x="3840759" y="129702"/>
                    <a:pt x="3830431" y="138882"/>
                  </a:cubicBezTo>
                  <a:moveTo>
                    <a:pt x="3815513" y="73473"/>
                  </a:moveTo>
                  <a:cubicBezTo>
                    <a:pt x="3812071" y="70031"/>
                    <a:pt x="3806333" y="67736"/>
                    <a:pt x="3800596" y="67736"/>
                  </a:cubicBezTo>
                  <a:cubicBezTo>
                    <a:pt x="3794858" y="67736"/>
                    <a:pt x="3790268" y="70031"/>
                    <a:pt x="3785678" y="73473"/>
                  </a:cubicBezTo>
                  <a:cubicBezTo>
                    <a:pt x="3779941" y="79211"/>
                    <a:pt x="3778793" y="89539"/>
                    <a:pt x="3778793" y="99866"/>
                  </a:cubicBezTo>
                  <a:cubicBezTo>
                    <a:pt x="3778793" y="110194"/>
                    <a:pt x="3779941" y="120521"/>
                    <a:pt x="3785678" y="126259"/>
                  </a:cubicBezTo>
                  <a:cubicBezTo>
                    <a:pt x="3789121" y="129702"/>
                    <a:pt x="3793711" y="131996"/>
                    <a:pt x="3800596" y="131996"/>
                  </a:cubicBezTo>
                  <a:cubicBezTo>
                    <a:pt x="3806333" y="131996"/>
                    <a:pt x="3810923" y="129702"/>
                    <a:pt x="3815513" y="126259"/>
                  </a:cubicBezTo>
                  <a:cubicBezTo>
                    <a:pt x="3821251" y="120521"/>
                    <a:pt x="3822399" y="110194"/>
                    <a:pt x="3822399" y="99866"/>
                  </a:cubicBezTo>
                  <a:cubicBezTo>
                    <a:pt x="3822399" y="89539"/>
                    <a:pt x="3822399" y="79211"/>
                    <a:pt x="3815513" y="73473"/>
                  </a:cubicBezTo>
                  <a:moveTo>
                    <a:pt x="3932560" y="138882"/>
                  </a:moveTo>
                  <a:cubicBezTo>
                    <a:pt x="3925675" y="145767"/>
                    <a:pt x="3916495" y="150357"/>
                    <a:pt x="3902725" y="150357"/>
                  </a:cubicBezTo>
                  <a:cubicBezTo>
                    <a:pt x="3888955" y="150357"/>
                    <a:pt x="3879774" y="145767"/>
                    <a:pt x="3872889" y="138882"/>
                  </a:cubicBezTo>
                  <a:cubicBezTo>
                    <a:pt x="3863709" y="129702"/>
                    <a:pt x="3861414" y="117079"/>
                    <a:pt x="3861414" y="99866"/>
                  </a:cubicBezTo>
                  <a:cubicBezTo>
                    <a:pt x="3861414" y="83801"/>
                    <a:pt x="3863709" y="71178"/>
                    <a:pt x="3872889" y="60851"/>
                  </a:cubicBezTo>
                  <a:cubicBezTo>
                    <a:pt x="3879774" y="53966"/>
                    <a:pt x="3888955" y="49376"/>
                    <a:pt x="3902725" y="49376"/>
                  </a:cubicBezTo>
                  <a:cubicBezTo>
                    <a:pt x="3916495" y="49376"/>
                    <a:pt x="3925675" y="53966"/>
                    <a:pt x="3932560" y="60851"/>
                  </a:cubicBezTo>
                  <a:cubicBezTo>
                    <a:pt x="3941740" y="70031"/>
                    <a:pt x="3944035" y="82653"/>
                    <a:pt x="3944035" y="99866"/>
                  </a:cubicBezTo>
                  <a:cubicBezTo>
                    <a:pt x="3944035" y="117079"/>
                    <a:pt x="3941740" y="129702"/>
                    <a:pt x="3932560" y="138882"/>
                  </a:cubicBezTo>
                  <a:moveTo>
                    <a:pt x="3917642" y="73473"/>
                  </a:moveTo>
                  <a:cubicBezTo>
                    <a:pt x="3914200" y="70031"/>
                    <a:pt x="3908462" y="67736"/>
                    <a:pt x="3902725" y="67736"/>
                  </a:cubicBezTo>
                  <a:cubicBezTo>
                    <a:pt x="3896987" y="67736"/>
                    <a:pt x="3892397" y="70031"/>
                    <a:pt x="3887807" y="73473"/>
                  </a:cubicBezTo>
                  <a:cubicBezTo>
                    <a:pt x="3882069" y="79211"/>
                    <a:pt x="3880922" y="89539"/>
                    <a:pt x="3880922" y="99866"/>
                  </a:cubicBezTo>
                  <a:cubicBezTo>
                    <a:pt x="3880922" y="110194"/>
                    <a:pt x="3882069" y="120521"/>
                    <a:pt x="3887807" y="126259"/>
                  </a:cubicBezTo>
                  <a:cubicBezTo>
                    <a:pt x="3891249" y="129702"/>
                    <a:pt x="3895839" y="131996"/>
                    <a:pt x="3902725" y="131996"/>
                  </a:cubicBezTo>
                  <a:cubicBezTo>
                    <a:pt x="3908462" y="131996"/>
                    <a:pt x="3913052" y="129702"/>
                    <a:pt x="3917642" y="126259"/>
                  </a:cubicBezTo>
                  <a:cubicBezTo>
                    <a:pt x="3923380" y="120521"/>
                    <a:pt x="3924527" y="110194"/>
                    <a:pt x="3924527" y="99866"/>
                  </a:cubicBezTo>
                  <a:cubicBezTo>
                    <a:pt x="3923380" y="89539"/>
                    <a:pt x="3923380" y="79211"/>
                    <a:pt x="3917642" y="73473"/>
                  </a:cubicBezTo>
                  <a:moveTo>
                    <a:pt x="4024361" y="149209"/>
                  </a:moveTo>
                  <a:lnTo>
                    <a:pt x="4024361" y="138882"/>
                  </a:lnTo>
                  <a:cubicBezTo>
                    <a:pt x="4017476" y="148062"/>
                    <a:pt x="4009443" y="150357"/>
                    <a:pt x="3997968" y="150357"/>
                  </a:cubicBezTo>
                  <a:cubicBezTo>
                    <a:pt x="3987640" y="150357"/>
                    <a:pt x="3979608" y="146914"/>
                    <a:pt x="3973870" y="141177"/>
                  </a:cubicBezTo>
                  <a:cubicBezTo>
                    <a:pt x="3963543" y="130849"/>
                    <a:pt x="3962395" y="114784"/>
                    <a:pt x="3962395" y="99866"/>
                  </a:cubicBezTo>
                  <a:cubicBezTo>
                    <a:pt x="3962395" y="84949"/>
                    <a:pt x="3963543" y="68883"/>
                    <a:pt x="3973870" y="58556"/>
                  </a:cubicBezTo>
                  <a:cubicBezTo>
                    <a:pt x="3979608" y="52818"/>
                    <a:pt x="3987640" y="49376"/>
                    <a:pt x="3997968" y="49376"/>
                  </a:cubicBezTo>
                  <a:cubicBezTo>
                    <a:pt x="4008296" y="49376"/>
                    <a:pt x="4016328" y="51670"/>
                    <a:pt x="4023213" y="60851"/>
                  </a:cubicBezTo>
                  <a:lnTo>
                    <a:pt x="4023213" y="11507"/>
                  </a:lnTo>
                  <a:lnTo>
                    <a:pt x="4042721" y="11507"/>
                  </a:lnTo>
                  <a:lnTo>
                    <a:pt x="4042721" y="149209"/>
                  </a:lnTo>
                  <a:lnTo>
                    <a:pt x="4024361" y="149209"/>
                  </a:lnTo>
                  <a:close/>
                  <a:moveTo>
                    <a:pt x="4003706" y="67736"/>
                  </a:moveTo>
                  <a:cubicBezTo>
                    <a:pt x="3985346" y="67736"/>
                    <a:pt x="3983050" y="82653"/>
                    <a:pt x="3983050" y="99866"/>
                  </a:cubicBezTo>
                  <a:cubicBezTo>
                    <a:pt x="3983050" y="117079"/>
                    <a:pt x="3985346" y="131996"/>
                    <a:pt x="4003706" y="131996"/>
                  </a:cubicBezTo>
                  <a:cubicBezTo>
                    <a:pt x="4022066" y="131996"/>
                    <a:pt x="4024361" y="117079"/>
                    <a:pt x="4024361" y="99866"/>
                  </a:cubicBezTo>
                  <a:cubicBezTo>
                    <a:pt x="4023213" y="82653"/>
                    <a:pt x="4020919" y="67736"/>
                    <a:pt x="4003706" y="67736"/>
                  </a:cubicBezTo>
                  <a:moveTo>
                    <a:pt x="4193046" y="149209"/>
                  </a:moveTo>
                  <a:lnTo>
                    <a:pt x="4164358" y="90686"/>
                  </a:lnTo>
                  <a:lnTo>
                    <a:pt x="4137965" y="90686"/>
                  </a:lnTo>
                  <a:lnTo>
                    <a:pt x="4137965" y="149209"/>
                  </a:lnTo>
                  <a:lnTo>
                    <a:pt x="4117310" y="149209"/>
                  </a:lnTo>
                  <a:lnTo>
                    <a:pt x="4117310" y="11507"/>
                  </a:lnTo>
                  <a:lnTo>
                    <a:pt x="4171242" y="11507"/>
                  </a:lnTo>
                  <a:cubicBezTo>
                    <a:pt x="4197636" y="11507"/>
                    <a:pt x="4213701" y="28720"/>
                    <a:pt x="4213701" y="51670"/>
                  </a:cubicBezTo>
                  <a:cubicBezTo>
                    <a:pt x="4213701" y="71178"/>
                    <a:pt x="4202226" y="83801"/>
                    <a:pt x="4186160" y="88391"/>
                  </a:cubicBezTo>
                  <a:lnTo>
                    <a:pt x="4218291" y="149209"/>
                  </a:lnTo>
                  <a:lnTo>
                    <a:pt x="4193046" y="149209"/>
                  </a:lnTo>
                  <a:close/>
                  <a:moveTo>
                    <a:pt x="4168948" y="31015"/>
                  </a:moveTo>
                  <a:lnTo>
                    <a:pt x="4137965" y="31015"/>
                  </a:lnTo>
                  <a:lnTo>
                    <a:pt x="4137965" y="74621"/>
                  </a:lnTo>
                  <a:lnTo>
                    <a:pt x="4168948" y="74621"/>
                  </a:lnTo>
                  <a:cubicBezTo>
                    <a:pt x="4182718" y="74621"/>
                    <a:pt x="4191898" y="66588"/>
                    <a:pt x="4191898" y="52818"/>
                  </a:cubicBezTo>
                  <a:cubicBezTo>
                    <a:pt x="4193046" y="39048"/>
                    <a:pt x="4183865" y="31015"/>
                    <a:pt x="4168948" y="31015"/>
                  </a:cubicBezTo>
                  <a:moveTo>
                    <a:pt x="4304354" y="138882"/>
                  </a:moveTo>
                  <a:cubicBezTo>
                    <a:pt x="4297469" y="145767"/>
                    <a:pt x="4288289" y="150357"/>
                    <a:pt x="4274519" y="150357"/>
                  </a:cubicBezTo>
                  <a:cubicBezTo>
                    <a:pt x="4260749" y="150357"/>
                    <a:pt x="4251569" y="145767"/>
                    <a:pt x="4244684" y="138882"/>
                  </a:cubicBezTo>
                  <a:cubicBezTo>
                    <a:pt x="4235503" y="129702"/>
                    <a:pt x="4233209" y="117079"/>
                    <a:pt x="4233209" y="99866"/>
                  </a:cubicBezTo>
                  <a:cubicBezTo>
                    <a:pt x="4233209" y="83801"/>
                    <a:pt x="4235503" y="71178"/>
                    <a:pt x="4244684" y="60851"/>
                  </a:cubicBezTo>
                  <a:cubicBezTo>
                    <a:pt x="4251569" y="53966"/>
                    <a:pt x="4260749" y="49376"/>
                    <a:pt x="4274519" y="49376"/>
                  </a:cubicBezTo>
                  <a:cubicBezTo>
                    <a:pt x="4288289" y="49376"/>
                    <a:pt x="4297469" y="53966"/>
                    <a:pt x="4304354" y="60851"/>
                  </a:cubicBezTo>
                  <a:cubicBezTo>
                    <a:pt x="4313535" y="70031"/>
                    <a:pt x="4315829" y="82653"/>
                    <a:pt x="4315829" y="99866"/>
                  </a:cubicBezTo>
                  <a:cubicBezTo>
                    <a:pt x="4315829" y="117079"/>
                    <a:pt x="4313535" y="129702"/>
                    <a:pt x="4304354" y="138882"/>
                  </a:cubicBezTo>
                  <a:moveTo>
                    <a:pt x="4289437" y="73473"/>
                  </a:moveTo>
                  <a:cubicBezTo>
                    <a:pt x="4285994" y="70031"/>
                    <a:pt x="4280256" y="67736"/>
                    <a:pt x="4274519" y="67736"/>
                  </a:cubicBezTo>
                  <a:cubicBezTo>
                    <a:pt x="4268781" y="67736"/>
                    <a:pt x="4264191" y="70031"/>
                    <a:pt x="4259601" y="73473"/>
                  </a:cubicBezTo>
                  <a:cubicBezTo>
                    <a:pt x="4253864" y="79211"/>
                    <a:pt x="4252716" y="89539"/>
                    <a:pt x="4252716" y="99866"/>
                  </a:cubicBezTo>
                  <a:cubicBezTo>
                    <a:pt x="4252716" y="110194"/>
                    <a:pt x="4253864" y="120521"/>
                    <a:pt x="4259601" y="126259"/>
                  </a:cubicBezTo>
                  <a:cubicBezTo>
                    <a:pt x="4263044" y="129702"/>
                    <a:pt x="4267634" y="131996"/>
                    <a:pt x="4274519" y="131996"/>
                  </a:cubicBezTo>
                  <a:cubicBezTo>
                    <a:pt x="4280256" y="131996"/>
                    <a:pt x="4284847" y="129702"/>
                    <a:pt x="4289437" y="126259"/>
                  </a:cubicBezTo>
                  <a:cubicBezTo>
                    <a:pt x="4295174" y="120521"/>
                    <a:pt x="4296322" y="110194"/>
                    <a:pt x="4296322" y="99866"/>
                  </a:cubicBezTo>
                  <a:cubicBezTo>
                    <a:pt x="4296322" y="89539"/>
                    <a:pt x="4295174" y="79211"/>
                    <a:pt x="4289437" y="73473"/>
                  </a:cubicBezTo>
                  <a:moveTo>
                    <a:pt x="4409926" y="142324"/>
                  </a:moveTo>
                  <a:cubicBezTo>
                    <a:pt x="4404188" y="148062"/>
                    <a:pt x="4396155" y="151504"/>
                    <a:pt x="4385828" y="151504"/>
                  </a:cubicBezTo>
                  <a:cubicBezTo>
                    <a:pt x="4375500" y="151504"/>
                    <a:pt x="4367467" y="149209"/>
                    <a:pt x="4359435" y="140029"/>
                  </a:cubicBezTo>
                  <a:lnTo>
                    <a:pt x="4359435" y="150357"/>
                  </a:lnTo>
                  <a:lnTo>
                    <a:pt x="4339927" y="150357"/>
                  </a:lnTo>
                  <a:lnTo>
                    <a:pt x="4339927" y="12655"/>
                  </a:lnTo>
                  <a:lnTo>
                    <a:pt x="4359435" y="12655"/>
                  </a:lnTo>
                  <a:lnTo>
                    <a:pt x="4359435" y="61998"/>
                  </a:lnTo>
                  <a:cubicBezTo>
                    <a:pt x="4366320" y="53966"/>
                    <a:pt x="4374353" y="50523"/>
                    <a:pt x="4384680" y="50523"/>
                  </a:cubicBezTo>
                  <a:cubicBezTo>
                    <a:pt x="4395008" y="50523"/>
                    <a:pt x="4403040" y="53966"/>
                    <a:pt x="4408778" y="59703"/>
                  </a:cubicBezTo>
                  <a:cubicBezTo>
                    <a:pt x="4419106" y="70031"/>
                    <a:pt x="4420253" y="86096"/>
                    <a:pt x="4420253" y="101014"/>
                  </a:cubicBezTo>
                  <a:cubicBezTo>
                    <a:pt x="4420253" y="115931"/>
                    <a:pt x="4419106" y="131996"/>
                    <a:pt x="4409926" y="142324"/>
                  </a:cubicBezTo>
                  <a:moveTo>
                    <a:pt x="4380090" y="67736"/>
                  </a:moveTo>
                  <a:cubicBezTo>
                    <a:pt x="4361730" y="67736"/>
                    <a:pt x="4359435" y="82653"/>
                    <a:pt x="4359435" y="99866"/>
                  </a:cubicBezTo>
                  <a:cubicBezTo>
                    <a:pt x="4359435" y="117079"/>
                    <a:pt x="4361730" y="131996"/>
                    <a:pt x="4380090" y="131996"/>
                  </a:cubicBezTo>
                  <a:cubicBezTo>
                    <a:pt x="4398450" y="131996"/>
                    <a:pt x="4400745" y="117079"/>
                    <a:pt x="4400745" y="99866"/>
                  </a:cubicBezTo>
                  <a:cubicBezTo>
                    <a:pt x="4400745" y="82653"/>
                    <a:pt x="4398450" y="67736"/>
                    <a:pt x="4380090" y="67736"/>
                  </a:cubicBezTo>
                  <a:moveTo>
                    <a:pt x="4509759" y="138882"/>
                  </a:moveTo>
                  <a:cubicBezTo>
                    <a:pt x="4502874" y="145767"/>
                    <a:pt x="4493694" y="150357"/>
                    <a:pt x="4479924" y="150357"/>
                  </a:cubicBezTo>
                  <a:cubicBezTo>
                    <a:pt x="4466154" y="150357"/>
                    <a:pt x="4456974" y="145767"/>
                    <a:pt x="4450088" y="138882"/>
                  </a:cubicBezTo>
                  <a:cubicBezTo>
                    <a:pt x="4440908" y="129702"/>
                    <a:pt x="4438613" y="117079"/>
                    <a:pt x="4438613" y="99866"/>
                  </a:cubicBezTo>
                  <a:cubicBezTo>
                    <a:pt x="4438613" y="83801"/>
                    <a:pt x="4440908" y="71178"/>
                    <a:pt x="4450088" y="60851"/>
                  </a:cubicBezTo>
                  <a:cubicBezTo>
                    <a:pt x="4456974" y="53966"/>
                    <a:pt x="4466154" y="49376"/>
                    <a:pt x="4479924" y="49376"/>
                  </a:cubicBezTo>
                  <a:cubicBezTo>
                    <a:pt x="4493694" y="49376"/>
                    <a:pt x="4502874" y="53966"/>
                    <a:pt x="4509759" y="60851"/>
                  </a:cubicBezTo>
                  <a:cubicBezTo>
                    <a:pt x="4518939" y="70031"/>
                    <a:pt x="4521234" y="82653"/>
                    <a:pt x="4521234" y="99866"/>
                  </a:cubicBezTo>
                  <a:cubicBezTo>
                    <a:pt x="4521234" y="117079"/>
                    <a:pt x="4518939" y="129702"/>
                    <a:pt x="4509759" y="138882"/>
                  </a:cubicBezTo>
                  <a:moveTo>
                    <a:pt x="4494841" y="73473"/>
                  </a:moveTo>
                  <a:cubicBezTo>
                    <a:pt x="4491399" y="70031"/>
                    <a:pt x="4485661" y="67736"/>
                    <a:pt x="4479924" y="67736"/>
                  </a:cubicBezTo>
                  <a:cubicBezTo>
                    <a:pt x="4474186" y="67736"/>
                    <a:pt x="4469596" y="70031"/>
                    <a:pt x="4465006" y="73473"/>
                  </a:cubicBezTo>
                  <a:cubicBezTo>
                    <a:pt x="4459268" y="79211"/>
                    <a:pt x="4458121" y="89539"/>
                    <a:pt x="4458121" y="99866"/>
                  </a:cubicBezTo>
                  <a:cubicBezTo>
                    <a:pt x="4458121" y="110194"/>
                    <a:pt x="4459268" y="120521"/>
                    <a:pt x="4465006" y="126259"/>
                  </a:cubicBezTo>
                  <a:cubicBezTo>
                    <a:pt x="4468449" y="129702"/>
                    <a:pt x="4473039" y="131996"/>
                    <a:pt x="4479924" y="131996"/>
                  </a:cubicBezTo>
                  <a:cubicBezTo>
                    <a:pt x="4485661" y="131996"/>
                    <a:pt x="4490251" y="129702"/>
                    <a:pt x="4494841" y="126259"/>
                  </a:cubicBezTo>
                  <a:cubicBezTo>
                    <a:pt x="4500579" y="120521"/>
                    <a:pt x="4501727" y="110194"/>
                    <a:pt x="4501727" y="99866"/>
                  </a:cubicBezTo>
                  <a:cubicBezTo>
                    <a:pt x="4501727" y="89539"/>
                    <a:pt x="4500579" y="79211"/>
                    <a:pt x="4494841" y="73473"/>
                  </a:cubicBezTo>
                  <a:moveTo>
                    <a:pt x="4574020" y="149209"/>
                  </a:moveTo>
                  <a:cubicBezTo>
                    <a:pt x="4555659" y="149209"/>
                    <a:pt x="4546480" y="136587"/>
                    <a:pt x="4546480" y="121669"/>
                  </a:cubicBezTo>
                  <a:lnTo>
                    <a:pt x="4546480" y="67736"/>
                  </a:lnTo>
                  <a:lnTo>
                    <a:pt x="4535004" y="67736"/>
                  </a:lnTo>
                  <a:lnTo>
                    <a:pt x="4535004" y="53966"/>
                  </a:lnTo>
                  <a:lnTo>
                    <a:pt x="4546480" y="53966"/>
                  </a:lnTo>
                  <a:lnTo>
                    <a:pt x="4546480" y="24130"/>
                  </a:lnTo>
                  <a:lnTo>
                    <a:pt x="4565987" y="24130"/>
                  </a:lnTo>
                  <a:lnTo>
                    <a:pt x="4565987" y="53966"/>
                  </a:lnTo>
                  <a:lnTo>
                    <a:pt x="4585495" y="53966"/>
                  </a:lnTo>
                  <a:lnTo>
                    <a:pt x="4585495" y="68883"/>
                  </a:lnTo>
                  <a:lnTo>
                    <a:pt x="4565987" y="68883"/>
                  </a:lnTo>
                  <a:lnTo>
                    <a:pt x="4565987" y="121669"/>
                  </a:lnTo>
                  <a:cubicBezTo>
                    <a:pt x="4565987" y="128554"/>
                    <a:pt x="4569430" y="133144"/>
                    <a:pt x="4576315" y="133144"/>
                  </a:cubicBezTo>
                  <a:lnTo>
                    <a:pt x="4584347" y="133144"/>
                  </a:lnTo>
                  <a:lnTo>
                    <a:pt x="4584347" y="150357"/>
                  </a:lnTo>
                  <a:lnTo>
                    <a:pt x="4574020" y="150357"/>
                  </a:lnTo>
                  <a:close/>
                  <a:moveTo>
                    <a:pt x="4607298" y="11507"/>
                  </a:moveTo>
                  <a:lnTo>
                    <a:pt x="4627953" y="11507"/>
                  </a:lnTo>
                  <a:lnTo>
                    <a:pt x="4627953" y="32163"/>
                  </a:lnTo>
                  <a:lnTo>
                    <a:pt x="4607298" y="32163"/>
                  </a:lnTo>
                  <a:lnTo>
                    <a:pt x="4607298" y="11507"/>
                  </a:lnTo>
                  <a:close/>
                  <a:moveTo>
                    <a:pt x="4608445" y="51670"/>
                  </a:moveTo>
                  <a:lnTo>
                    <a:pt x="4627953" y="51670"/>
                  </a:lnTo>
                  <a:lnTo>
                    <a:pt x="4627953" y="149209"/>
                  </a:lnTo>
                  <a:lnTo>
                    <a:pt x="4608445" y="149209"/>
                  </a:lnTo>
                  <a:lnTo>
                    <a:pt x="4608445" y="51670"/>
                  </a:lnTo>
                  <a:close/>
                  <a:moveTo>
                    <a:pt x="4695656" y="150357"/>
                  </a:moveTo>
                  <a:cubicBezTo>
                    <a:pt x="4673854" y="150357"/>
                    <a:pt x="4652051" y="136587"/>
                    <a:pt x="4652051" y="99866"/>
                  </a:cubicBezTo>
                  <a:cubicBezTo>
                    <a:pt x="4652051" y="63146"/>
                    <a:pt x="4673854" y="49376"/>
                    <a:pt x="4695656" y="49376"/>
                  </a:cubicBezTo>
                  <a:cubicBezTo>
                    <a:pt x="4709427" y="49376"/>
                    <a:pt x="4718606" y="52818"/>
                    <a:pt x="4727786" y="63146"/>
                  </a:cubicBezTo>
                  <a:lnTo>
                    <a:pt x="4714016" y="75768"/>
                  </a:lnTo>
                  <a:cubicBezTo>
                    <a:pt x="4708279" y="68883"/>
                    <a:pt x="4702541" y="66588"/>
                    <a:pt x="4695656" y="66588"/>
                  </a:cubicBezTo>
                  <a:cubicBezTo>
                    <a:pt x="4687623" y="66588"/>
                    <a:pt x="4681886" y="70031"/>
                    <a:pt x="4677296" y="75768"/>
                  </a:cubicBezTo>
                  <a:cubicBezTo>
                    <a:pt x="4672706" y="81506"/>
                    <a:pt x="4671558" y="88391"/>
                    <a:pt x="4671558" y="99866"/>
                  </a:cubicBezTo>
                  <a:cubicBezTo>
                    <a:pt x="4671558" y="111341"/>
                    <a:pt x="4672706" y="118226"/>
                    <a:pt x="4677296" y="123964"/>
                  </a:cubicBezTo>
                  <a:cubicBezTo>
                    <a:pt x="4681886" y="129702"/>
                    <a:pt x="4687623" y="133144"/>
                    <a:pt x="4695656" y="133144"/>
                  </a:cubicBezTo>
                  <a:cubicBezTo>
                    <a:pt x="4703689" y="133144"/>
                    <a:pt x="4708279" y="130849"/>
                    <a:pt x="4714016" y="123964"/>
                  </a:cubicBezTo>
                  <a:lnTo>
                    <a:pt x="4727786" y="136587"/>
                  </a:lnTo>
                  <a:cubicBezTo>
                    <a:pt x="4718606" y="146914"/>
                    <a:pt x="4709427" y="150357"/>
                    <a:pt x="4695656" y="150357"/>
                  </a:cubicBezTo>
                  <a:moveTo>
                    <a:pt x="4779425" y="150357"/>
                  </a:moveTo>
                  <a:cubicBezTo>
                    <a:pt x="4763359" y="150357"/>
                    <a:pt x="4749589" y="148062"/>
                    <a:pt x="4738114" y="136587"/>
                  </a:cubicBezTo>
                  <a:lnTo>
                    <a:pt x="4750737" y="123964"/>
                  </a:lnTo>
                  <a:cubicBezTo>
                    <a:pt x="4758769" y="131996"/>
                    <a:pt x="4769097" y="134292"/>
                    <a:pt x="4779425" y="134292"/>
                  </a:cubicBezTo>
                  <a:cubicBezTo>
                    <a:pt x="4790900" y="134292"/>
                    <a:pt x="4801228" y="129702"/>
                    <a:pt x="4801228" y="120521"/>
                  </a:cubicBezTo>
                  <a:cubicBezTo>
                    <a:pt x="4801228" y="113636"/>
                    <a:pt x="4797785" y="110194"/>
                    <a:pt x="4787457" y="109046"/>
                  </a:cubicBezTo>
                  <a:lnTo>
                    <a:pt x="4771392" y="107899"/>
                  </a:lnTo>
                  <a:cubicBezTo>
                    <a:pt x="4753032" y="106751"/>
                    <a:pt x="4742704" y="97571"/>
                    <a:pt x="4742704" y="80358"/>
                  </a:cubicBezTo>
                  <a:cubicBezTo>
                    <a:pt x="4742704" y="60851"/>
                    <a:pt x="4758769" y="50523"/>
                    <a:pt x="4779425" y="50523"/>
                  </a:cubicBezTo>
                  <a:cubicBezTo>
                    <a:pt x="4794342" y="50523"/>
                    <a:pt x="4806965" y="53966"/>
                    <a:pt x="4816145" y="61998"/>
                  </a:cubicBezTo>
                  <a:lnTo>
                    <a:pt x="4803522" y="74621"/>
                  </a:lnTo>
                  <a:cubicBezTo>
                    <a:pt x="4797785" y="68883"/>
                    <a:pt x="4788605" y="67736"/>
                    <a:pt x="4779425" y="67736"/>
                  </a:cubicBezTo>
                  <a:cubicBezTo>
                    <a:pt x="4767949" y="67736"/>
                    <a:pt x="4761065" y="73473"/>
                    <a:pt x="4761065" y="80358"/>
                  </a:cubicBezTo>
                  <a:cubicBezTo>
                    <a:pt x="4761065" y="86096"/>
                    <a:pt x="4764507" y="90686"/>
                    <a:pt x="4774835" y="91833"/>
                  </a:cubicBezTo>
                  <a:lnTo>
                    <a:pt x="4790900" y="92981"/>
                  </a:lnTo>
                  <a:cubicBezTo>
                    <a:pt x="4809260" y="94129"/>
                    <a:pt x="4820735" y="103309"/>
                    <a:pt x="4820735" y="120521"/>
                  </a:cubicBezTo>
                  <a:cubicBezTo>
                    <a:pt x="4820735" y="140029"/>
                    <a:pt x="4802375" y="150357"/>
                    <a:pt x="4779425" y="150357"/>
                  </a:cubicBezTo>
                </a:path>
              </a:pathLst>
            </a:custGeom>
            <a:grpFill/>
            <a:ln w="1146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8041229-B23F-4BF2-87AC-E7DCB3903A52}"/>
                </a:ext>
              </a:extLst>
            </p:cNvPr>
            <p:cNvSpPr/>
            <p:nvPr/>
          </p:nvSpPr>
          <p:spPr>
            <a:xfrm>
              <a:off x="5013776" y="944394"/>
              <a:ext cx="80326" cy="80326"/>
            </a:xfrm>
            <a:custGeom>
              <a:avLst/>
              <a:gdLst>
                <a:gd name="connsiteX0" fmla="*/ 18934 w 80325"/>
                <a:gd name="connsiteY0" fmla="*/ 69425 h 80325"/>
                <a:gd name="connsiteX1" fmla="*/ 18934 w 80325"/>
                <a:gd name="connsiteY1" fmla="*/ 18934 h 80325"/>
                <a:gd name="connsiteX2" fmla="*/ 69425 w 80325"/>
                <a:gd name="connsiteY2" fmla="*/ 18934 h 80325"/>
                <a:gd name="connsiteX3" fmla="*/ 69425 w 80325"/>
                <a:gd name="connsiteY3" fmla="*/ 69425 h 80325"/>
                <a:gd name="connsiteX4" fmla="*/ 18934 w 80325"/>
                <a:gd name="connsiteY4" fmla="*/ 69425 h 80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325" h="80325">
                  <a:moveTo>
                    <a:pt x="18934" y="69425"/>
                  </a:moveTo>
                  <a:cubicBezTo>
                    <a:pt x="5164" y="55654"/>
                    <a:pt x="5164" y="32704"/>
                    <a:pt x="18934" y="18934"/>
                  </a:cubicBezTo>
                  <a:cubicBezTo>
                    <a:pt x="32704" y="5164"/>
                    <a:pt x="55654" y="5164"/>
                    <a:pt x="69425" y="18934"/>
                  </a:cubicBezTo>
                  <a:cubicBezTo>
                    <a:pt x="83195" y="32704"/>
                    <a:pt x="83195" y="55654"/>
                    <a:pt x="69425" y="69425"/>
                  </a:cubicBezTo>
                  <a:cubicBezTo>
                    <a:pt x="55654" y="83195"/>
                    <a:pt x="32704" y="83195"/>
                    <a:pt x="18934" y="6942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D95F4D45-DCC5-4F3D-9E5B-1D1D24D2E3FA}"/>
                </a:ext>
              </a:extLst>
            </p:cNvPr>
            <p:cNvSpPr/>
            <p:nvPr/>
          </p:nvSpPr>
          <p:spPr>
            <a:xfrm>
              <a:off x="4358546" y="944394"/>
              <a:ext cx="459005" cy="436055"/>
            </a:xfrm>
            <a:custGeom>
              <a:avLst/>
              <a:gdLst>
                <a:gd name="connsiteX0" fmla="*/ 371220 w 459005"/>
                <a:gd name="connsiteY0" fmla="*/ 247289 h 436054"/>
                <a:gd name="connsiteX1" fmla="*/ 280567 w 459005"/>
                <a:gd name="connsiteY1" fmla="*/ 337943 h 436054"/>
                <a:gd name="connsiteX2" fmla="*/ 371220 w 459005"/>
                <a:gd name="connsiteY2" fmla="*/ 428596 h 436054"/>
                <a:gd name="connsiteX3" fmla="*/ 461874 w 459005"/>
                <a:gd name="connsiteY3" fmla="*/ 337943 h 436054"/>
                <a:gd name="connsiteX4" fmla="*/ 371220 w 459005"/>
                <a:gd name="connsiteY4" fmla="*/ 247289 h 436054"/>
                <a:gd name="connsiteX5" fmla="*/ 18934 w 459005"/>
                <a:gd name="connsiteY5" fmla="*/ 18934 h 436054"/>
                <a:gd name="connsiteX6" fmla="*/ 18934 w 459005"/>
                <a:gd name="connsiteY6" fmla="*/ 69425 h 436054"/>
                <a:gd name="connsiteX7" fmla="*/ 69425 w 459005"/>
                <a:gd name="connsiteY7" fmla="*/ 69425 h 436054"/>
                <a:gd name="connsiteX8" fmla="*/ 69425 w 459005"/>
                <a:gd name="connsiteY8" fmla="*/ 18934 h 436054"/>
                <a:gd name="connsiteX9" fmla="*/ 18934 w 459005"/>
                <a:gd name="connsiteY9" fmla="*/ 18934 h 43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59005" h="436054">
                  <a:moveTo>
                    <a:pt x="371220" y="247289"/>
                  </a:moveTo>
                  <a:cubicBezTo>
                    <a:pt x="320730" y="247289"/>
                    <a:pt x="280567" y="287452"/>
                    <a:pt x="280567" y="337943"/>
                  </a:cubicBezTo>
                  <a:cubicBezTo>
                    <a:pt x="280567" y="388433"/>
                    <a:pt x="320730" y="428596"/>
                    <a:pt x="371220" y="428596"/>
                  </a:cubicBezTo>
                  <a:cubicBezTo>
                    <a:pt x="421711" y="428596"/>
                    <a:pt x="461874" y="388433"/>
                    <a:pt x="461874" y="337943"/>
                  </a:cubicBezTo>
                  <a:cubicBezTo>
                    <a:pt x="461874" y="288600"/>
                    <a:pt x="420564" y="247289"/>
                    <a:pt x="371220" y="247289"/>
                  </a:cubicBezTo>
                  <a:moveTo>
                    <a:pt x="18934" y="18934"/>
                  </a:moveTo>
                  <a:cubicBezTo>
                    <a:pt x="5164" y="32704"/>
                    <a:pt x="5164" y="55654"/>
                    <a:pt x="18934" y="69425"/>
                  </a:cubicBezTo>
                  <a:cubicBezTo>
                    <a:pt x="32704" y="83195"/>
                    <a:pt x="55654" y="83195"/>
                    <a:pt x="69425" y="69425"/>
                  </a:cubicBezTo>
                  <a:cubicBezTo>
                    <a:pt x="83195" y="55654"/>
                    <a:pt x="83195" y="32704"/>
                    <a:pt x="69425" y="18934"/>
                  </a:cubicBezTo>
                  <a:cubicBezTo>
                    <a:pt x="55654" y="5164"/>
                    <a:pt x="33852" y="5164"/>
                    <a:pt x="18934" y="1893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5571AAA7-C62B-45B3-AFD1-1649CB2AA012}"/>
                </a:ext>
              </a:extLst>
            </p:cNvPr>
            <p:cNvSpPr/>
            <p:nvPr/>
          </p:nvSpPr>
          <p:spPr>
            <a:xfrm>
              <a:off x="4007407" y="500307"/>
              <a:ext cx="1445866" cy="1549143"/>
            </a:xfrm>
            <a:custGeom>
              <a:avLst/>
              <a:gdLst>
                <a:gd name="connsiteX0" fmla="*/ 723507 w 1445866"/>
                <a:gd name="connsiteY0" fmla="*/ 8606 h 1549142"/>
                <a:gd name="connsiteX1" fmla="*/ 8606 w 1445866"/>
                <a:gd name="connsiteY1" fmla="*/ 783178 h 1549142"/>
                <a:gd name="connsiteX2" fmla="*/ 577773 w 1445866"/>
                <a:gd name="connsiteY2" fmla="*/ 1541684 h 1549142"/>
                <a:gd name="connsiteX3" fmla="*/ 577773 w 1445866"/>
                <a:gd name="connsiteY3" fmla="*/ 935797 h 1549142"/>
                <a:gd name="connsiteX4" fmla="*/ 722359 w 1445866"/>
                <a:gd name="connsiteY4" fmla="*/ 1003500 h 1549142"/>
                <a:gd name="connsiteX5" fmla="*/ 863504 w 1445866"/>
                <a:gd name="connsiteY5" fmla="*/ 939239 h 1549142"/>
                <a:gd name="connsiteX6" fmla="*/ 863504 w 1445866"/>
                <a:gd name="connsiteY6" fmla="*/ 1541684 h 1549142"/>
                <a:gd name="connsiteX7" fmla="*/ 1437260 w 1445866"/>
                <a:gd name="connsiteY7" fmla="*/ 783178 h 1549142"/>
                <a:gd name="connsiteX8" fmla="*/ 723507 w 1445866"/>
                <a:gd name="connsiteY8" fmla="*/ 8606 h 1549142"/>
                <a:gd name="connsiteX9" fmla="*/ 1101039 w 1445866"/>
                <a:gd name="connsiteY9" fmla="*/ 527282 h 1549142"/>
                <a:gd name="connsiteX10" fmla="*/ 887601 w 1445866"/>
                <a:gd name="connsiteY10" fmla="*/ 740720 h 1549142"/>
                <a:gd name="connsiteX11" fmla="*/ 893339 w 1445866"/>
                <a:gd name="connsiteY11" fmla="*/ 784325 h 1549142"/>
                <a:gd name="connsiteX12" fmla="*/ 722359 w 1445866"/>
                <a:gd name="connsiteY12" fmla="*/ 955305 h 1549142"/>
                <a:gd name="connsiteX13" fmla="*/ 551380 w 1445866"/>
                <a:gd name="connsiteY13" fmla="*/ 784325 h 1549142"/>
                <a:gd name="connsiteX14" fmla="*/ 557117 w 1445866"/>
                <a:gd name="connsiteY14" fmla="*/ 739572 h 1549142"/>
                <a:gd name="connsiteX15" fmla="*/ 345975 w 1445866"/>
                <a:gd name="connsiteY15" fmla="*/ 528430 h 1549142"/>
                <a:gd name="connsiteX16" fmla="*/ 345975 w 1445866"/>
                <a:gd name="connsiteY16" fmla="*/ 438924 h 1549142"/>
                <a:gd name="connsiteX17" fmla="*/ 415973 w 1445866"/>
                <a:gd name="connsiteY17" fmla="*/ 426301 h 1549142"/>
                <a:gd name="connsiteX18" fmla="*/ 586953 w 1445866"/>
                <a:gd name="connsiteY18" fmla="*/ 255322 h 1549142"/>
                <a:gd name="connsiteX19" fmla="*/ 628263 w 1445866"/>
                <a:gd name="connsiteY19" fmla="*/ 255322 h 1549142"/>
                <a:gd name="connsiteX20" fmla="*/ 628263 w 1445866"/>
                <a:gd name="connsiteY20" fmla="*/ 296632 h 1549142"/>
                <a:gd name="connsiteX21" fmla="*/ 460726 w 1445866"/>
                <a:gd name="connsiteY21" fmla="*/ 464169 h 1549142"/>
                <a:gd name="connsiteX22" fmla="*/ 634001 w 1445866"/>
                <a:gd name="connsiteY22" fmla="*/ 637444 h 1549142"/>
                <a:gd name="connsiteX23" fmla="*/ 722359 w 1445866"/>
                <a:gd name="connsiteY23" fmla="*/ 613346 h 1549142"/>
                <a:gd name="connsiteX24" fmla="*/ 811866 w 1445866"/>
                <a:gd name="connsiteY24" fmla="*/ 638591 h 1549142"/>
                <a:gd name="connsiteX25" fmla="*/ 985140 w 1445866"/>
                <a:gd name="connsiteY25" fmla="*/ 465317 h 1549142"/>
                <a:gd name="connsiteX26" fmla="*/ 817603 w 1445866"/>
                <a:gd name="connsiteY26" fmla="*/ 297780 h 1549142"/>
                <a:gd name="connsiteX27" fmla="*/ 817603 w 1445866"/>
                <a:gd name="connsiteY27" fmla="*/ 256469 h 1549142"/>
                <a:gd name="connsiteX28" fmla="*/ 858913 w 1445866"/>
                <a:gd name="connsiteY28" fmla="*/ 256469 h 1549142"/>
                <a:gd name="connsiteX29" fmla="*/ 1029893 w 1445866"/>
                <a:gd name="connsiteY29" fmla="*/ 427449 h 1549142"/>
                <a:gd name="connsiteX30" fmla="*/ 1101039 w 1445866"/>
                <a:gd name="connsiteY30" fmla="*/ 440071 h 1549142"/>
                <a:gd name="connsiteX31" fmla="*/ 1101039 w 1445866"/>
                <a:gd name="connsiteY31" fmla="*/ 527282 h 1549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45866" h="1549142">
                  <a:moveTo>
                    <a:pt x="723507" y="8606"/>
                  </a:moveTo>
                  <a:cubicBezTo>
                    <a:pt x="328762" y="8606"/>
                    <a:pt x="8606" y="355155"/>
                    <a:pt x="8606" y="783178"/>
                  </a:cubicBezTo>
                  <a:cubicBezTo>
                    <a:pt x="8606" y="1157267"/>
                    <a:pt x="253026" y="1468243"/>
                    <a:pt x="577773" y="1541684"/>
                  </a:cubicBezTo>
                  <a:lnTo>
                    <a:pt x="577773" y="935797"/>
                  </a:lnTo>
                  <a:cubicBezTo>
                    <a:pt x="612198" y="977107"/>
                    <a:pt x="663836" y="1003500"/>
                    <a:pt x="722359" y="1003500"/>
                  </a:cubicBezTo>
                  <a:cubicBezTo>
                    <a:pt x="778587" y="1003500"/>
                    <a:pt x="829078" y="978255"/>
                    <a:pt x="863504" y="939239"/>
                  </a:cubicBezTo>
                  <a:lnTo>
                    <a:pt x="863504" y="1541684"/>
                  </a:lnTo>
                  <a:cubicBezTo>
                    <a:pt x="1190545" y="1470538"/>
                    <a:pt x="1437260" y="1158414"/>
                    <a:pt x="1437260" y="783178"/>
                  </a:cubicBezTo>
                  <a:cubicBezTo>
                    <a:pt x="1438407" y="355155"/>
                    <a:pt x="1118251" y="8606"/>
                    <a:pt x="723507" y="8606"/>
                  </a:cubicBezTo>
                  <a:moveTo>
                    <a:pt x="1101039" y="527282"/>
                  </a:moveTo>
                  <a:lnTo>
                    <a:pt x="887601" y="740720"/>
                  </a:lnTo>
                  <a:cubicBezTo>
                    <a:pt x="891044" y="754490"/>
                    <a:pt x="893339" y="769408"/>
                    <a:pt x="893339" y="784325"/>
                  </a:cubicBezTo>
                  <a:cubicBezTo>
                    <a:pt x="893339" y="878421"/>
                    <a:pt x="816455" y="955305"/>
                    <a:pt x="722359" y="955305"/>
                  </a:cubicBezTo>
                  <a:cubicBezTo>
                    <a:pt x="628263" y="955305"/>
                    <a:pt x="551380" y="878421"/>
                    <a:pt x="551380" y="784325"/>
                  </a:cubicBezTo>
                  <a:cubicBezTo>
                    <a:pt x="551380" y="768260"/>
                    <a:pt x="553675" y="753342"/>
                    <a:pt x="557117" y="739572"/>
                  </a:cubicBezTo>
                  <a:lnTo>
                    <a:pt x="345975" y="528430"/>
                  </a:lnTo>
                  <a:cubicBezTo>
                    <a:pt x="321877" y="504332"/>
                    <a:pt x="321877" y="464169"/>
                    <a:pt x="345975" y="438924"/>
                  </a:cubicBezTo>
                  <a:cubicBezTo>
                    <a:pt x="364335" y="420564"/>
                    <a:pt x="393023" y="415973"/>
                    <a:pt x="415973" y="426301"/>
                  </a:cubicBezTo>
                  <a:lnTo>
                    <a:pt x="586953" y="255322"/>
                  </a:lnTo>
                  <a:cubicBezTo>
                    <a:pt x="598428" y="243847"/>
                    <a:pt x="616788" y="243847"/>
                    <a:pt x="628263" y="255322"/>
                  </a:cubicBezTo>
                  <a:cubicBezTo>
                    <a:pt x="639739" y="266797"/>
                    <a:pt x="639739" y="285157"/>
                    <a:pt x="628263" y="296632"/>
                  </a:cubicBezTo>
                  <a:lnTo>
                    <a:pt x="460726" y="464169"/>
                  </a:lnTo>
                  <a:lnTo>
                    <a:pt x="634001" y="637444"/>
                  </a:lnTo>
                  <a:cubicBezTo>
                    <a:pt x="659246" y="621378"/>
                    <a:pt x="690229" y="613346"/>
                    <a:pt x="722359" y="613346"/>
                  </a:cubicBezTo>
                  <a:cubicBezTo>
                    <a:pt x="755637" y="613346"/>
                    <a:pt x="785472" y="622526"/>
                    <a:pt x="811866" y="638591"/>
                  </a:cubicBezTo>
                  <a:lnTo>
                    <a:pt x="985140" y="465317"/>
                  </a:lnTo>
                  <a:lnTo>
                    <a:pt x="817603" y="297780"/>
                  </a:lnTo>
                  <a:cubicBezTo>
                    <a:pt x="806128" y="286305"/>
                    <a:pt x="806128" y="267944"/>
                    <a:pt x="817603" y="256469"/>
                  </a:cubicBezTo>
                  <a:cubicBezTo>
                    <a:pt x="829078" y="244994"/>
                    <a:pt x="847438" y="244994"/>
                    <a:pt x="858913" y="256469"/>
                  </a:cubicBezTo>
                  <a:lnTo>
                    <a:pt x="1029893" y="427449"/>
                  </a:lnTo>
                  <a:cubicBezTo>
                    <a:pt x="1052843" y="417121"/>
                    <a:pt x="1081531" y="420564"/>
                    <a:pt x="1101039" y="440071"/>
                  </a:cubicBezTo>
                  <a:cubicBezTo>
                    <a:pt x="1125136" y="463022"/>
                    <a:pt x="1125136" y="502037"/>
                    <a:pt x="1101039" y="52728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cxnSp>
        <p:nvCxnSpPr>
          <p:cNvPr id="436" name="Connector: Elbow 435">
            <a:extLst>
              <a:ext uri="{FF2B5EF4-FFF2-40B4-BE49-F238E27FC236}">
                <a16:creationId xmlns:a16="http://schemas.microsoft.com/office/drawing/2014/main" id="{3672C382-4517-46F5-B547-F7D76505D457}"/>
              </a:ext>
            </a:extLst>
          </p:cNvPr>
          <p:cNvCxnSpPr>
            <a:cxnSpLocks/>
            <a:stCxn id="552" idx="0"/>
            <a:endCxn id="632" idx="2"/>
          </p:cNvCxnSpPr>
          <p:nvPr/>
        </p:nvCxnSpPr>
        <p:spPr>
          <a:xfrm rot="16200000" flipV="1">
            <a:off x="15713259" y="17933956"/>
            <a:ext cx="1241619" cy="4339469"/>
          </a:xfrm>
          <a:prstGeom prst="bentConnector3">
            <a:avLst>
              <a:gd name="adj1" fmla="val 53836"/>
            </a:avLst>
          </a:prstGeom>
          <a:ln w="114300">
            <a:solidFill>
              <a:schemeClr val="accent6">
                <a:lumMod val="75000"/>
              </a:schemeClr>
            </a:solidFill>
            <a:prstDash val="lg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0491CA3A-D0DB-4563-B5F4-71055C2A7EC2}"/>
              </a:ext>
            </a:extLst>
          </p:cNvPr>
          <p:cNvGrpSpPr/>
          <p:nvPr/>
        </p:nvGrpSpPr>
        <p:grpSpPr>
          <a:xfrm>
            <a:off x="16615273" y="12019269"/>
            <a:ext cx="6871315" cy="6894965"/>
            <a:chOff x="34810203" y="11120094"/>
            <a:chExt cx="6871315" cy="6894965"/>
          </a:xfrm>
        </p:grpSpPr>
        <p:sp>
          <p:nvSpPr>
            <p:cNvPr id="421" name="Rectangle: Rounded Corners 420">
              <a:extLst>
                <a:ext uri="{FF2B5EF4-FFF2-40B4-BE49-F238E27FC236}">
                  <a16:creationId xmlns:a16="http://schemas.microsoft.com/office/drawing/2014/main" id="{438E843A-DB29-4DD3-9930-E3F30CFBE91C}"/>
                </a:ext>
              </a:extLst>
            </p:cNvPr>
            <p:cNvSpPr/>
            <p:nvPr/>
          </p:nvSpPr>
          <p:spPr>
            <a:xfrm>
              <a:off x="34810203" y="11120094"/>
              <a:ext cx="6871315" cy="6894965"/>
            </a:xfrm>
            <a:prstGeom prst="roundRect">
              <a:avLst/>
            </a:prstGeom>
            <a:solidFill>
              <a:srgbClr val="E9DB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 dirty="0"/>
            </a:p>
          </p:txBody>
        </p:sp>
        <p:pic>
          <p:nvPicPr>
            <p:cNvPr id="425" name="Graphic 424">
              <a:extLst>
                <a:ext uri="{FF2B5EF4-FFF2-40B4-BE49-F238E27FC236}">
                  <a16:creationId xmlns:a16="http://schemas.microsoft.com/office/drawing/2014/main" id="{8D9A9750-79C0-4AA9-B6BB-6CAA62691B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7444482" y="11633440"/>
              <a:ext cx="3774828" cy="1389137"/>
            </a:xfrm>
            <a:prstGeom prst="rect">
              <a:avLst/>
            </a:prstGeom>
          </p:spPr>
        </p:pic>
        <p:pic>
          <p:nvPicPr>
            <p:cNvPr id="426" name="Picture 425">
              <a:extLst>
                <a:ext uri="{FF2B5EF4-FFF2-40B4-BE49-F238E27FC236}">
                  <a16:creationId xmlns:a16="http://schemas.microsoft.com/office/drawing/2014/main" id="{B91A7B9F-D535-486D-978A-BD155D7B2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5371239" y="16475703"/>
              <a:ext cx="4191818" cy="1014773"/>
            </a:xfrm>
            <a:prstGeom prst="rect">
              <a:avLst/>
            </a:prstGeom>
          </p:spPr>
        </p:pic>
        <p:pic>
          <p:nvPicPr>
            <p:cNvPr id="427" name="Picture 426">
              <a:extLst>
                <a:ext uri="{FF2B5EF4-FFF2-40B4-BE49-F238E27FC236}">
                  <a16:creationId xmlns:a16="http://schemas.microsoft.com/office/drawing/2014/main" id="{048D88EE-4B2C-42FC-B345-027FB5EC8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35957031" y="13430280"/>
              <a:ext cx="4329812" cy="2678929"/>
            </a:xfrm>
            <a:prstGeom prst="roundRect">
              <a:avLst>
                <a:gd name="adj" fmla="val 13636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2A219284-E3ED-47B7-A7E5-37FCD872D28E}"/>
              </a:ext>
            </a:extLst>
          </p:cNvPr>
          <p:cNvGrpSpPr/>
          <p:nvPr/>
        </p:nvGrpSpPr>
        <p:grpSpPr>
          <a:xfrm>
            <a:off x="32975781" y="1381908"/>
            <a:ext cx="6871315" cy="6894965"/>
            <a:chOff x="33511458" y="420349"/>
            <a:chExt cx="6871315" cy="6894965"/>
          </a:xfrm>
        </p:grpSpPr>
        <p:sp>
          <p:nvSpPr>
            <p:cNvPr id="429" name="Rectangle: Rounded Corners 428">
              <a:extLst>
                <a:ext uri="{FF2B5EF4-FFF2-40B4-BE49-F238E27FC236}">
                  <a16:creationId xmlns:a16="http://schemas.microsoft.com/office/drawing/2014/main" id="{E9A06E52-26AE-4D9D-A6CB-CC3D2E31925D}"/>
                </a:ext>
              </a:extLst>
            </p:cNvPr>
            <p:cNvSpPr/>
            <p:nvPr/>
          </p:nvSpPr>
          <p:spPr>
            <a:xfrm>
              <a:off x="33511458" y="420349"/>
              <a:ext cx="6871315" cy="689496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/>
            </a:p>
          </p:txBody>
        </p:sp>
        <p:pic>
          <p:nvPicPr>
            <p:cNvPr id="430" name="Picture 429">
              <a:extLst>
                <a:ext uri="{FF2B5EF4-FFF2-40B4-BE49-F238E27FC236}">
                  <a16:creationId xmlns:a16="http://schemas.microsoft.com/office/drawing/2014/main" id="{43E1E1B2-7F81-4D51-A548-1A8AAFDAF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backgroundRemoval t="2905" b="98963" l="1076" r="96275">
                          <a14:foregroundMark x1="61093" y1="20228" x2="27483" y2="26349"/>
                          <a14:foregroundMark x1="27483" y1="26349" x2="21440" y2="31120"/>
                          <a14:foregroundMark x1="26490" y1="13485" x2="9023" y2="47199"/>
                          <a14:foregroundMark x1="9023" y1="47199" x2="9023" y2="88174"/>
                          <a14:foregroundMark x1="9023" y1="88174" x2="43543" y2="92946"/>
                          <a14:foregroundMark x1="43543" y1="92946" x2="76076" y2="92427"/>
                          <a14:foregroundMark x1="76076" y1="92427" x2="93626" y2="57158"/>
                          <a14:foregroundMark x1="93626" y1="57158" x2="83858" y2="17220"/>
                          <a14:foregroundMark x1="83858" y1="17220" x2="70613" y2="10062"/>
                          <a14:foregroundMark x1="88576" y1="17842" x2="95364" y2="32884"/>
                          <a14:foregroundMark x1="76573" y1="25519" x2="78311" y2="34647"/>
                          <a14:foregroundMark x1="75000" y1="39834" x2="53560" y2="29668"/>
                          <a14:foregroundMark x1="22930" y1="13278" x2="13079" y2="20747"/>
                          <a14:foregroundMark x1="7616" y1="19191" x2="9768" y2="47718"/>
                          <a14:foregroundMark x1="5712" y1="29461" x2="6457" y2="64004"/>
                          <a14:foregroundMark x1="4884" y1="57988" x2="9603" y2="97407"/>
                          <a14:foregroundMark x1="27152" y1="42739" x2="52483" y2="17739"/>
                          <a14:foregroundMark x1="52483" y1="17739" x2="64570" y2="15249"/>
                          <a14:foregroundMark x1="68957" y1="21162" x2="55298" y2="37448"/>
                          <a14:foregroundMark x1="57119" y1="39419" x2="40563" y2="35996"/>
                          <a14:foregroundMark x1="40894" y1="14834" x2="20695" y2="25519"/>
                          <a14:foregroundMark x1="23675" y1="35996" x2="21026" y2="39627"/>
                          <a14:foregroundMark x1="76738" y1="18776" x2="80712" y2="18776"/>
                          <a14:foregroundMark x1="66142" y1="3734" x2="66142" y2="3734"/>
                          <a14:foregroundMark x1="34106" y1="3112" x2="36589" y2="3008"/>
                          <a14:foregroundMark x1="48013" y1="3734" x2="50828" y2="3527"/>
                          <a14:foregroundMark x1="54139" y1="4357" x2="59189" y2="4772"/>
                          <a14:foregroundMark x1="63162" y1="4149" x2="64901" y2="3527"/>
                          <a14:foregroundMark x1="70116" y1="12656" x2="29801" y2="14834"/>
                          <a14:foregroundMark x1="50828" y1="35892" x2="55712" y2="36618"/>
                          <a14:foregroundMark x1="80712" y1="25934" x2="62334" y2="33817"/>
                          <a14:foregroundMark x1="86175" y1="34855" x2="84023" y2="43983"/>
                          <a14:foregroundMark x1="70695" y1="34440" x2="81788" y2="38174"/>
                          <a14:foregroundMark x1="31126" y1="3320" x2="30795" y2="7469"/>
                          <a14:foregroundMark x1="93626" y1="61203" x2="96275" y2="79979"/>
                          <a14:foregroundMark x1="95530" y1="80187" x2="94868" y2="90560"/>
                          <a14:foregroundMark x1="85927" y1="98859" x2="45281" y2="98029"/>
                          <a14:foregroundMark x1="42301" y1="99066" x2="25745" y2="97822"/>
                          <a14:foregroundMark x1="1076" y1="75104" x2="1076" y2="77801"/>
                          <a14:backgroundMark x1="22599" y1="3734" x2="1738" y2="10685"/>
                          <a14:backgroundMark x1="83361" y1="3942" x2="98179" y2="152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509841" y="3365142"/>
              <a:ext cx="2089578" cy="1655430"/>
            </a:xfrm>
            <a:custGeom>
              <a:avLst/>
              <a:gdLst>
                <a:gd name="connsiteX0" fmla="*/ 0 w 1508229"/>
                <a:gd name="connsiteY0" fmla="*/ 0 h 1194866"/>
                <a:gd name="connsiteX1" fmla="*/ 1508229 w 1508229"/>
                <a:gd name="connsiteY1" fmla="*/ 0 h 1194866"/>
                <a:gd name="connsiteX2" fmla="*/ 1508229 w 1508229"/>
                <a:gd name="connsiteY2" fmla="*/ 1202055 h 1194866"/>
                <a:gd name="connsiteX3" fmla="*/ 0 w 1508229"/>
                <a:gd name="connsiteY3" fmla="*/ 1202055 h 1194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8229" h="1194866">
                  <a:moveTo>
                    <a:pt x="0" y="0"/>
                  </a:moveTo>
                  <a:lnTo>
                    <a:pt x="1508229" y="0"/>
                  </a:lnTo>
                  <a:lnTo>
                    <a:pt x="1508229" y="1202055"/>
                  </a:lnTo>
                  <a:lnTo>
                    <a:pt x="0" y="1202055"/>
                  </a:lnTo>
                  <a:close/>
                </a:path>
              </a:pathLst>
            </a:custGeom>
            <a:ln/>
          </p:spPr>
        </p:pic>
        <p:pic>
          <p:nvPicPr>
            <p:cNvPr id="431" name="Picture 430">
              <a:extLst>
                <a:ext uri="{FF2B5EF4-FFF2-40B4-BE49-F238E27FC236}">
                  <a16:creationId xmlns:a16="http://schemas.microsoft.com/office/drawing/2014/main" id="{B4ED194E-320C-4B13-91C4-2B2C980A14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6"/>
            <a:srcRect l="9229" t="28773" r="7751" b="21927"/>
            <a:stretch/>
          </p:blipFill>
          <p:spPr>
            <a:xfrm>
              <a:off x="37002618" y="664192"/>
              <a:ext cx="3225863" cy="1915617"/>
            </a:xfrm>
            <a:prstGeom prst="rect">
              <a:avLst/>
            </a:prstGeom>
          </p:spPr>
        </p:pic>
        <p:grpSp>
          <p:nvGrpSpPr>
            <p:cNvPr id="432" name="Group 431">
              <a:extLst>
                <a:ext uri="{FF2B5EF4-FFF2-40B4-BE49-F238E27FC236}">
                  <a16:creationId xmlns:a16="http://schemas.microsoft.com/office/drawing/2014/main" id="{5E24EB35-36BA-42B8-BE76-82154B3C01AF}"/>
                </a:ext>
              </a:extLst>
            </p:cNvPr>
            <p:cNvGrpSpPr/>
            <p:nvPr/>
          </p:nvGrpSpPr>
          <p:grpSpPr>
            <a:xfrm>
              <a:off x="36092972" y="2170664"/>
              <a:ext cx="684767" cy="1141020"/>
              <a:chOff x="23124694" y="5810404"/>
              <a:chExt cx="993122" cy="1654854"/>
            </a:xfrm>
          </p:grpSpPr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369C77BE-EDBB-488F-8DF9-0ED4118F4C85}"/>
                  </a:ext>
                </a:extLst>
              </p:cNvPr>
              <p:cNvSpPr/>
              <p:nvPr/>
            </p:nvSpPr>
            <p:spPr>
              <a:xfrm rot="18900000">
                <a:off x="23639747" y="5810404"/>
                <a:ext cx="478069" cy="1654854"/>
              </a:xfrm>
              <a:custGeom>
                <a:avLst/>
                <a:gdLst>
                  <a:gd name="connsiteX0" fmla="*/ 11735 w 1220451"/>
                  <a:gd name="connsiteY0" fmla="*/ 3884119 h 4224640"/>
                  <a:gd name="connsiteX1" fmla="*/ 343651 w 1220451"/>
                  <a:gd name="connsiteY1" fmla="*/ 4216035 h 4224640"/>
                  <a:gd name="connsiteX2" fmla="*/ 343651 w 1220451"/>
                  <a:gd name="connsiteY2" fmla="*/ 11735 h 4224640"/>
                  <a:gd name="connsiteX3" fmla="*/ 11735 w 1220451"/>
                  <a:gd name="connsiteY3" fmla="*/ 343651 h 4224640"/>
                  <a:gd name="connsiteX4" fmla="*/ 11735 w 1220451"/>
                  <a:gd name="connsiteY4" fmla="*/ 3884119 h 4224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0451" h="4224640">
                    <a:moveTo>
                      <a:pt x="11735" y="3884119"/>
                    </a:moveTo>
                    <a:lnTo>
                      <a:pt x="343651" y="4216035"/>
                    </a:lnTo>
                    <a:cubicBezTo>
                      <a:pt x="1502783" y="3056903"/>
                      <a:pt x="1502783" y="1170867"/>
                      <a:pt x="343651" y="11735"/>
                    </a:cubicBezTo>
                    <a:lnTo>
                      <a:pt x="11735" y="343651"/>
                    </a:lnTo>
                    <a:cubicBezTo>
                      <a:pt x="987846" y="1319762"/>
                      <a:pt x="987846" y="2908008"/>
                      <a:pt x="11735" y="38841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4" name="Oval 443">
                <a:extLst>
                  <a:ext uri="{FF2B5EF4-FFF2-40B4-BE49-F238E27FC236}">
                    <a16:creationId xmlns:a16="http://schemas.microsoft.com/office/drawing/2014/main" id="{2D281852-EA36-41FB-AACC-65B67633D1FF}"/>
                  </a:ext>
                </a:extLst>
              </p:cNvPr>
              <p:cNvSpPr/>
              <p:nvPr/>
            </p:nvSpPr>
            <p:spPr>
              <a:xfrm>
                <a:off x="23124694" y="7063319"/>
                <a:ext cx="328614" cy="3286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17285C3C-758A-4546-8899-87E92CCAB000}"/>
                  </a:ext>
                </a:extLst>
              </p:cNvPr>
              <p:cNvSpPr/>
              <p:nvPr/>
            </p:nvSpPr>
            <p:spPr>
              <a:xfrm rot="18900000">
                <a:off x="23444082" y="6373826"/>
                <a:ext cx="349358" cy="1048074"/>
              </a:xfrm>
              <a:custGeom>
                <a:avLst/>
                <a:gdLst>
                  <a:gd name="connsiteX0" fmla="*/ 343651 w 891868"/>
                  <a:gd name="connsiteY0" fmla="*/ 2667094 h 2675605"/>
                  <a:gd name="connsiteX1" fmla="*/ 892838 w 891868"/>
                  <a:gd name="connsiteY1" fmla="*/ 1339415 h 2675605"/>
                  <a:gd name="connsiteX2" fmla="*/ 343651 w 891868"/>
                  <a:gd name="connsiteY2" fmla="*/ 11735 h 2675605"/>
                  <a:gd name="connsiteX3" fmla="*/ 11735 w 891868"/>
                  <a:gd name="connsiteY3" fmla="*/ 343651 h 2675605"/>
                  <a:gd name="connsiteX4" fmla="*/ 423434 w 891868"/>
                  <a:gd name="connsiteY4" fmla="*/ 1339415 h 2675605"/>
                  <a:gd name="connsiteX5" fmla="*/ 11735 w 891868"/>
                  <a:gd name="connsiteY5" fmla="*/ 2335178 h 2675605"/>
                  <a:gd name="connsiteX6" fmla="*/ 343651 w 891868"/>
                  <a:gd name="connsiteY6" fmla="*/ 2667094 h 267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1868" h="2675605">
                    <a:moveTo>
                      <a:pt x="343651" y="2667094"/>
                    </a:moveTo>
                    <a:cubicBezTo>
                      <a:pt x="697801" y="2312960"/>
                      <a:pt x="892838" y="1841443"/>
                      <a:pt x="892838" y="1339415"/>
                    </a:cubicBezTo>
                    <a:cubicBezTo>
                      <a:pt x="892838" y="837386"/>
                      <a:pt x="697801" y="365885"/>
                      <a:pt x="343651" y="11735"/>
                    </a:cubicBezTo>
                    <a:lnTo>
                      <a:pt x="11735" y="343651"/>
                    </a:lnTo>
                    <a:cubicBezTo>
                      <a:pt x="277214" y="609131"/>
                      <a:pt x="423434" y="962764"/>
                      <a:pt x="423434" y="1339415"/>
                    </a:cubicBezTo>
                    <a:cubicBezTo>
                      <a:pt x="423434" y="1716065"/>
                      <a:pt x="277230" y="2069683"/>
                      <a:pt x="11735" y="2335178"/>
                    </a:cubicBezTo>
                    <a:lnTo>
                      <a:pt x="343651" y="266709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433" name="Group 432">
              <a:extLst>
                <a:ext uri="{FF2B5EF4-FFF2-40B4-BE49-F238E27FC236}">
                  <a16:creationId xmlns:a16="http://schemas.microsoft.com/office/drawing/2014/main" id="{9B6C7596-F923-45B3-B9DD-CA9397AF8797}"/>
                </a:ext>
              </a:extLst>
            </p:cNvPr>
            <p:cNvGrpSpPr/>
            <p:nvPr/>
          </p:nvGrpSpPr>
          <p:grpSpPr>
            <a:xfrm rot="10800000">
              <a:off x="37357757" y="2068634"/>
              <a:ext cx="684767" cy="1141020"/>
              <a:chOff x="23124694" y="5810404"/>
              <a:chExt cx="993122" cy="1654854"/>
            </a:xfrm>
          </p:grpSpPr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35464D70-F9F1-4ED2-B264-C6FE77B54ED3}"/>
                  </a:ext>
                </a:extLst>
              </p:cNvPr>
              <p:cNvSpPr/>
              <p:nvPr/>
            </p:nvSpPr>
            <p:spPr>
              <a:xfrm rot="18900000">
                <a:off x="23639747" y="5810404"/>
                <a:ext cx="478069" cy="1654854"/>
              </a:xfrm>
              <a:custGeom>
                <a:avLst/>
                <a:gdLst>
                  <a:gd name="connsiteX0" fmla="*/ 11735 w 1220451"/>
                  <a:gd name="connsiteY0" fmla="*/ 3884119 h 4224640"/>
                  <a:gd name="connsiteX1" fmla="*/ 343651 w 1220451"/>
                  <a:gd name="connsiteY1" fmla="*/ 4216035 h 4224640"/>
                  <a:gd name="connsiteX2" fmla="*/ 343651 w 1220451"/>
                  <a:gd name="connsiteY2" fmla="*/ 11735 h 4224640"/>
                  <a:gd name="connsiteX3" fmla="*/ 11735 w 1220451"/>
                  <a:gd name="connsiteY3" fmla="*/ 343651 h 4224640"/>
                  <a:gd name="connsiteX4" fmla="*/ 11735 w 1220451"/>
                  <a:gd name="connsiteY4" fmla="*/ 3884119 h 4224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0451" h="4224640">
                    <a:moveTo>
                      <a:pt x="11735" y="3884119"/>
                    </a:moveTo>
                    <a:lnTo>
                      <a:pt x="343651" y="4216035"/>
                    </a:lnTo>
                    <a:cubicBezTo>
                      <a:pt x="1502783" y="3056903"/>
                      <a:pt x="1502783" y="1170867"/>
                      <a:pt x="343651" y="11735"/>
                    </a:cubicBezTo>
                    <a:lnTo>
                      <a:pt x="11735" y="343651"/>
                    </a:lnTo>
                    <a:cubicBezTo>
                      <a:pt x="987846" y="1319762"/>
                      <a:pt x="987846" y="2908008"/>
                      <a:pt x="11735" y="388411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F33E582D-0238-419B-ADC9-6806ECE24435}"/>
                  </a:ext>
                </a:extLst>
              </p:cNvPr>
              <p:cNvSpPr/>
              <p:nvPr/>
            </p:nvSpPr>
            <p:spPr>
              <a:xfrm>
                <a:off x="23124694" y="7063319"/>
                <a:ext cx="328614" cy="328614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29FF6690-2CF0-4722-BF00-A030671115EC}"/>
                  </a:ext>
                </a:extLst>
              </p:cNvPr>
              <p:cNvSpPr/>
              <p:nvPr/>
            </p:nvSpPr>
            <p:spPr>
              <a:xfrm rot="18900000">
                <a:off x="23444082" y="6373826"/>
                <a:ext cx="349358" cy="1048074"/>
              </a:xfrm>
              <a:custGeom>
                <a:avLst/>
                <a:gdLst>
                  <a:gd name="connsiteX0" fmla="*/ 343651 w 891868"/>
                  <a:gd name="connsiteY0" fmla="*/ 2667094 h 2675605"/>
                  <a:gd name="connsiteX1" fmla="*/ 892838 w 891868"/>
                  <a:gd name="connsiteY1" fmla="*/ 1339415 h 2675605"/>
                  <a:gd name="connsiteX2" fmla="*/ 343651 w 891868"/>
                  <a:gd name="connsiteY2" fmla="*/ 11735 h 2675605"/>
                  <a:gd name="connsiteX3" fmla="*/ 11735 w 891868"/>
                  <a:gd name="connsiteY3" fmla="*/ 343651 h 2675605"/>
                  <a:gd name="connsiteX4" fmla="*/ 423434 w 891868"/>
                  <a:gd name="connsiteY4" fmla="*/ 1339415 h 2675605"/>
                  <a:gd name="connsiteX5" fmla="*/ 11735 w 891868"/>
                  <a:gd name="connsiteY5" fmla="*/ 2335178 h 2675605"/>
                  <a:gd name="connsiteX6" fmla="*/ 343651 w 891868"/>
                  <a:gd name="connsiteY6" fmla="*/ 2667094 h 267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1868" h="2675605">
                    <a:moveTo>
                      <a:pt x="343651" y="2667094"/>
                    </a:moveTo>
                    <a:cubicBezTo>
                      <a:pt x="697801" y="2312960"/>
                      <a:pt x="892838" y="1841443"/>
                      <a:pt x="892838" y="1339415"/>
                    </a:cubicBezTo>
                    <a:cubicBezTo>
                      <a:pt x="892838" y="837386"/>
                      <a:pt x="697801" y="365885"/>
                      <a:pt x="343651" y="11735"/>
                    </a:cubicBezTo>
                    <a:lnTo>
                      <a:pt x="11735" y="343651"/>
                    </a:lnTo>
                    <a:cubicBezTo>
                      <a:pt x="277214" y="609131"/>
                      <a:pt x="423434" y="962764"/>
                      <a:pt x="423434" y="1339415"/>
                    </a:cubicBezTo>
                    <a:cubicBezTo>
                      <a:pt x="423434" y="1716065"/>
                      <a:pt x="277230" y="2069683"/>
                      <a:pt x="11735" y="2335178"/>
                    </a:cubicBezTo>
                    <a:lnTo>
                      <a:pt x="343651" y="266709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pic>
          <p:nvPicPr>
            <p:cNvPr id="434" name="Graphic 433">
              <a:extLst>
                <a:ext uri="{FF2B5EF4-FFF2-40B4-BE49-F238E27FC236}">
                  <a16:creationId xmlns:a16="http://schemas.microsoft.com/office/drawing/2014/main" id="{138C1C1A-A5F3-4570-A77D-3CADC74F8D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5971300" y="5101061"/>
              <a:ext cx="924662" cy="443838"/>
            </a:xfrm>
            <a:prstGeom prst="rect">
              <a:avLst/>
            </a:prstGeom>
          </p:spPr>
        </p:pic>
        <p:pic>
          <p:nvPicPr>
            <p:cNvPr id="435" name="Picture 434">
              <a:extLst>
                <a:ext uri="{FF2B5EF4-FFF2-40B4-BE49-F238E27FC236}">
                  <a16:creationId xmlns:a16="http://schemas.microsoft.com/office/drawing/2014/main" id="{10B26D67-D79D-45E8-A62F-32E2CCD02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36162456" y="4875974"/>
              <a:ext cx="2304330" cy="2304330"/>
            </a:xfrm>
            <a:prstGeom prst="rect">
              <a:avLst/>
            </a:prstGeom>
          </p:spPr>
        </p:pic>
        <p:pic>
          <p:nvPicPr>
            <p:cNvPr id="437" name="Picture 436">
              <a:extLst>
                <a:ext uri="{FF2B5EF4-FFF2-40B4-BE49-F238E27FC236}">
                  <a16:creationId xmlns:a16="http://schemas.microsoft.com/office/drawing/2014/main" id="{FED1E9F8-5E18-4607-95B3-D4387DCA7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35374201" y="5572240"/>
              <a:ext cx="1059430" cy="1179712"/>
            </a:xfrm>
            <a:custGeom>
              <a:avLst/>
              <a:gdLst>
                <a:gd name="connsiteX0" fmla="*/ 0 w 1264966"/>
                <a:gd name="connsiteY0" fmla="*/ 0 h 1408582"/>
                <a:gd name="connsiteX1" fmla="*/ 1264966 w 1264966"/>
                <a:gd name="connsiteY1" fmla="*/ 0 h 1408582"/>
                <a:gd name="connsiteX2" fmla="*/ 1264966 w 1264966"/>
                <a:gd name="connsiteY2" fmla="*/ 1414411 h 1408582"/>
                <a:gd name="connsiteX3" fmla="*/ 0 w 1264966"/>
                <a:gd name="connsiteY3" fmla="*/ 1414411 h 1408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4966" h="1408582">
                  <a:moveTo>
                    <a:pt x="0" y="0"/>
                  </a:moveTo>
                  <a:lnTo>
                    <a:pt x="1264966" y="0"/>
                  </a:lnTo>
                  <a:lnTo>
                    <a:pt x="1264966" y="1414411"/>
                  </a:lnTo>
                  <a:lnTo>
                    <a:pt x="0" y="1414411"/>
                  </a:lnTo>
                  <a:close/>
                </a:path>
              </a:pathLst>
            </a:custGeom>
            <a:ln/>
          </p:spPr>
        </p:pic>
        <p:pic>
          <p:nvPicPr>
            <p:cNvPr id="438" name="Picture 437">
              <a:extLst>
                <a:ext uri="{FF2B5EF4-FFF2-40B4-BE49-F238E27FC236}">
                  <a16:creationId xmlns:a16="http://schemas.microsoft.com/office/drawing/2014/main" id="{3B3113E8-71EB-4DC4-8946-F85CD302F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34017102" y="772479"/>
              <a:ext cx="1886814" cy="109120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5C20458-2A88-47B0-BBB9-B0F22AC2419E}"/>
              </a:ext>
            </a:extLst>
          </p:cNvPr>
          <p:cNvGrpSpPr/>
          <p:nvPr/>
        </p:nvGrpSpPr>
        <p:grpSpPr>
          <a:xfrm>
            <a:off x="29409943" y="10033499"/>
            <a:ext cx="1202222" cy="1202224"/>
            <a:chOff x="29409943" y="10033499"/>
            <a:chExt cx="1202222" cy="1202224"/>
          </a:xfrm>
        </p:grpSpPr>
        <p:sp>
          <p:nvSpPr>
            <p:cNvPr id="833" name="Rectangle 832">
              <a:extLst>
                <a:ext uri="{FF2B5EF4-FFF2-40B4-BE49-F238E27FC236}">
                  <a16:creationId xmlns:a16="http://schemas.microsoft.com/office/drawing/2014/main" id="{2CDD7706-D4FD-4A59-8FBC-563E9EEAFE8E}"/>
                </a:ext>
              </a:extLst>
            </p:cNvPr>
            <p:cNvSpPr/>
            <p:nvPr/>
          </p:nvSpPr>
          <p:spPr>
            <a:xfrm>
              <a:off x="29409943" y="10033499"/>
              <a:ext cx="1202222" cy="1202224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Stream</a:t>
              </a:r>
            </a:p>
          </p:txBody>
        </p:sp>
        <p:pic>
          <p:nvPicPr>
            <p:cNvPr id="333" name="Picture 332">
              <a:extLst>
                <a:ext uri="{FF2B5EF4-FFF2-40B4-BE49-F238E27FC236}">
                  <a16:creationId xmlns:a16="http://schemas.microsoft.com/office/drawing/2014/main" id="{9BCBC723-5419-49D4-8CCB-4775A6548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9542736" y="10166293"/>
              <a:ext cx="936637" cy="936637"/>
            </a:xfrm>
            <a:prstGeom prst="rect">
              <a:avLst/>
            </a:prstGeom>
          </p:spPr>
        </p:pic>
      </p:grpSp>
      <p:cxnSp>
        <p:nvCxnSpPr>
          <p:cNvPr id="236" name="Connector: Elbow 235">
            <a:extLst>
              <a:ext uri="{FF2B5EF4-FFF2-40B4-BE49-F238E27FC236}">
                <a16:creationId xmlns:a16="http://schemas.microsoft.com/office/drawing/2014/main" id="{73D03829-516B-4FBC-86B5-B680363A31F6}"/>
              </a:ext>
            </a:extLst>
          </p:cNvPr>
          <p:cNvCxnSpPr>
            <a:cxnSpLocks/>
            <a:stCxn id="407" idx="0"/>
            <a:endCxn id="333" idx="2"/>
          </p:cNvCxnSpPr>
          <p:nvPr/>
        </p:nvCxnSpPr>
        <p:spPr>
          <a:xfrm rot="16200000" flipV="1">
            <a:off x="28038154" y="13075832"/>
            <a:ext cx="5051421" cy="1105618"/>
          </a:xfrm>
          <a:prstGeom prst="bentConnector3">
            <a:avLst>
              <a:gd name="adj1" fmla="val 71022"/>
            </a:avLst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3843F8E-BEB3-454F-9F22-E00A072C2AE0}"/>
              </a:ext>
            </a:extLst>
          </p:cNvPr>
          <p:cNvGrpSpPr/>
          <p:nvPr/>
        </p:nvGrpSpPr>
        <p:grpSpPr>
          <a:xfrm>
            <a:off x="30515562" y="16154351"/>
            <a:ext cx="1202222" cy="1202222"/>
            <a:chOff x="30515562" y="16154351"/>
            <a:chExt cx="1202222" cy="1202222"/>
          </a:xfrm>
        </p:grpSpPr>
        <p:sp>
          <p:nvSpPr>
            <p:cNvPr id="407" name="Rectangle 406">
              <a:extLst>
                <a:ext uri="{FF2B5EF4-FFF2-40B4-BE49-F238E27FC236}">
                  <a16:creationId xmlns:a16="http://schemas.microsoft.com/office/drawing/2014/main" id="{6C4E4884-71E9-4C8B-8FB7-A766A2F1CD94}"/>
                </a:ext>
              </a:extLst>
            </p:cNvPr>
            <p:cNvSpPr/>
            <p:nvPr/>
          </p:nvSpPr>
          <p:spPr>
            <a:xfrm>
              <a:off x="30515562" y="16154351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Synthetic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Data Stream</a:t>
              </a:r>
            </a:p>
          </p:txBody>
        </p:sp>
        <p:pic>
          <p:nvPicPr>
            <p:cNvPr id="849" name="Picture 848">
              <a:extLst>
                <a:ext uri="{FF2B5EF4-FFF2-40B4-BE49-F238E27FC236}">
                  <a16:creationId xmlns:a16="http://schemas.microsoft.com/office/drawing/2014/main" id="{14D702BE-676A-4D71-AA65-9E9B061F5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0648355" y="16287144"/>
              <a:ext cx="936637" cy="936637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E5E57BB-5690-4007-BA70-C7EA20DC43F6}"/>
              </a:ext>
            </a:extLst>
          </p:cNvPr>
          <p:cNvGrpSpPr/>
          <p:nvPr/>
        </p:nvGrpSpPr>
        <p:grpSpPr>
          <a:xfrm>
            <a:off x="19774961" y="3757193"/>
            <a:ext cx="1202222" cy="1202224"/>
            <a:chOff x="19774961" y="3757193"/>
            <a:chExt cx="1202222" cy="1202224"/>
          </a:xfrm>
        </p:grpSpPr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3C97886E-DE96-4B54-8B87-CF95AD8E00CA}"/>
                </a:ext>
              </a:extLst>
            </p:cNvPr>
            <p:cNvSpPr/>
            <p:nvPr/>
          </p:nvSpPr>
          <p:spPr>
            <a:xfrm>
              <a:off x="19774961" y="3757193"/>
              <a:ext cx="1202222" cy="12022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Nav Goal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Estimator</a:t>
              </a:r>
            </a:p>
          </p:txBody>
        </p:sp>
        <p:pic>
          <p:nvPicPr>
            <p:cNvPr id="850" name="Picture 849">
              <a:extLst>
                <a:ext uri="{FF2B5EF4-FFF2-40B4-BE49-F238E27FC236}">
                  <a16:creationId xmlns:a16="http://schemas.microsoft.com/office/drawing/2014/main" id="{2D13BE54-ED60-49C1-BA42-E84126961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19906367" y="3888600"/>
              <a:ext cx="939410" cy="939410"/>
            </a:xfrm>
            <a:prstGeom prst="rect">
              <a:avLst/>
            </a:prstGeom>
          </p:spPr>
        </p:pic>
      </p:grpSp>
      <p:sp>
        <p:nvSpPr>
          <p:cNvPr id="635" name="Rectangle 634">
            <a:extLst>
              <a:ext uri="{FF2B5EF4-FFF2-40B4-BE49-F238E27FC236}">
                <a16:creationId xmlns:a16="http://schemas.microsoft.com/office/drawing/2014/main" id="{E5D02B69-A13C-43B1-B0E6-588CDCA66366}"/>
              </a:ext>
            </a:extLst>
          </p:cNvPr>
          <p:cNvSpPr/>
          <p:nvPr/>
        </p:nvSpPr>
        <p:spPr>
          <a:xfrm>
            <a:off x="3986473" y="14110898"/>
            <a:ext cx="8211895" cy="53719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GB" sz="2800" b="1"/>
          </a:p>
        </p:txBody>
      </p:sp>
      <p:cxnSp>
        <p:nvCxnSpPr>
          <p:cNvPr id="648" name="Straight Arrow Connector 647">
            <a:extLst>
              <a:ext uri="{FF2B5EF4-FFF2-40B4-BE49-F238E27FC236}">
                <a16:creationId xmlns:a16="http://schemas.microsoft.com/office/drawing/2014/main" id="{71665635-0376-4E00-858A-FE5C442E983E}"/>
              </a:ext>
            </a:extLst>
          </p:cNvPr>
          <p:cNvCxnSpPr>
            <a:cxnSpLocks/>
            <a:stCxn id="640" idx="1"/>
            <a:endCxn id="645" idx="3"/>
          </p:cNvCxnSpPr>
          <p:nvPr/>
        </p:nvCxnSpPr>
        <p:spPr>
          <a:xfrm flipH="1">
            <a:off x="5633303" y="18530612"/>
            <a:ext cx="1537127" cy="0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Straight Arrow Connector 649">
            <a:extLst>
              <a:ext uri="{FF2B5EF4-FFF2-40B4-BE49-F238E27FC236}">
                <a16:creationId xmlns:a16="http://schemas.microsoft.com/office/drawing/2014/main" id="{9117A17F-4624-43BA-BF09-3C1406D35FB5}"/>
              </a:ext>
            </a:extLst>
          </p:cNvPr>
          <p:cNvCxnSpPr>
            <a:cxnSpLocks/>
            <a:stCxn id="639" idx="3"/>
            <a:endCxn id="642" idx="1"/>
          </p:cNvCxnSpPr>
          <p:nvPr/>
        </p:nvCxnSpPr>
        <p:spPr>
          <a:xfrm>
            <a:off x="8372653" y="15860886"/>
            <a:ext cx="1537129" cy="0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Straight Arrow Connector 650">
            <a:extLst>
              <a:ext uri="{FF2B5EF4-FFF2-40B4-BE49-F238E27FC236}">
                <a16:creationId xmlns:a16="http://schemas.microsoft.com/office/drawing/2014/main" id="{D76AEC93-93DE-47B8-8277-094FB25DEB70}"/>
              </a:ext>
            </a:extLst>
          </p:cNvPr>
          <p:cNvCxnSpPr>
            <a:cxnSpLocks/>
            <a:stCxn id="641" idx="1"/>
            <a:endCxn id="640" idx="3"/>
          </p:cNvCxnSpPr>
          <p:nvPr/>
        </p:nvCxnSpPr>
        <p:spPr>
          <a:xfrm flipH="1">
            <a:off x="8372653" y="18530612"/>
            <a:ext cx="1537129" cy="0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Straight Arrow Connector 651">
            <a:extLst>
              <a:ext uri="{FF2B5EF4-FFF2-40B4-BE49-F238E27FC236}">
                <a16:creationId xmlns:a16="http://schemas.microsoft.com/office/drawing/2014/main" id="{82B3EB83-BBD6-4EAF-ACE1-7E515E4FCF6D}"/>
              </a:ext>
            </a:extLst>
          </p:cNvPr>
          <p:cNvCxnSpPr>
            <a:cxnSpLocks/>
            <a:stCxn id="642" idx="2"/>
            <a:endCxn id="641" idx="0"/>
          </p:cNvCxnSpPr>
          <p:nvPr/>
        </p:nvCxnSpPr>
        <p:spPr>
          <a:xfrm>
            <a:off x="10510894" y="16461997"/>
            <a:ext cx="0" cy="1467503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: Elbow 656">
            <a:extLst>
              <a:ext uri="{FF2B5EF4-FFF2-40B4-BE49-F238E27FC236}">
                <a16:creationId xmlns:a16="http://schemas.microsoft.com/office/drawing/2014/main" id="{0FF9A694-441C-4605-B6CB-EBAFA20CEB83}"/>
              </a:ext>
            </a:extLst>
          </p:cNvPr>
          <p:cNvCxnSpPr>
            <a:cxnSpLocks/>
            <a:stCxn id="643" idx="3"/>
            <a:endCxn id="639" idx="1"/>
          </p:cNvCxnSpPr>
          <p:nvPr/>
        </p:nvCxnSpPr>
        <p:spPr>
          <a:xfrm>
            <a:off x="5633303" y="15051506"/>
            <a:ext cx="1537127" cy="809380"/>
          </a:xfrm>
          <a:prstGeom prst="bentConnector3">
            <a:avLst/>
          </a:prstGeom>
          <a:ln w="762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: Elbow 657">
            <a:extLst>
              <a:ext uri="{FF2B5EF4-FFF2-40B4-BE49-F238E27FC236}">
                <a16:creationId xmlns:a16="http://schemas.microsoft.com/office/drawing/2014/main" id="{EF1688E1-51CB-4A26-A2EB-1AFFA7A02F26}"/>
              </a:ext>
            </a:extLst>
          </p:cNvPr>
          <p:cNvCxnSpPr>
            <a:cxnSpLocks/>
            <a:stCxn id="644" idx="3"/>
            <a:endCxn id="639" idx="1"/>
          </p:cNvCxnSpPr>
          <p:nvPr/>
        </p:nvCxnSpPr>
        <p:spPr>
          <a:xfrm flipV="1">
            <a:off x="5633303" y="15860886"/>
            <a:ext cx="1537127" cy="809379"/>
          </a:xfrm>
          <a:prstGeom prst="bentConnector3">
            <a:avLst/>
          </a:prstGeom>
          <a:ln w="762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: Elbow 658">
            <a:extLst>
              <a:ext uri="{FF2B5EF4-FFF2-40B4-BE49-F238E27FC236}">
                <a16:creationId xmlns:a16="http://schemas.microsoft.com/office/drawing/2014/main" id="{EE466566-4BBB-41DD-BEEC-425F49DB69D6}"/>
              </a:ext>
            </a:extLst>
          </p:cNvPr>
          <p:cNvCxnSpPr>
            <a:cxnSpLocks/>
            <a:stCxn id="642" idx="2"/>
            <a:endCxn id="640" idx="0"/>
          </p:cNvCxnSpPr>
          <p:nvPr/>
        </p:nvCxnSpPr>
        <p:spPr>
          <a:xfrm rot="5400000">
            <a:off x="8407467" y="15826072"/>
            <a:ext cx="1467503" cy="2739352"/>
          </a:xfrm>
          <a:prstGeom prst="bentConnector3">
            <a:avLst>
              <a:gd name="adj1" fmla="val 50000"/>
            </a:avLst>
          </a:prstGeom>
          <a:ln w="76200">
            <a:solidFill>
              <a:schemeClr val="accent4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A37A186C-72DD-4DF2-A162-9D7F7124B435}"/>
              </a:ext>
            </a:extLst>
          </p:cNvPr>
          <p:cNvGrpSpPr/>
          <p:nvPr/>
        </p:nvGrpSpPr>
        <p:grpSpPr>
          <a:xfrm>
            <a:off x="9909782" y="17929500"/>
            <a:ext cx="1202223" cy="1202223"/>
            <a:chOff x="9909782" y="17929498"/>
            <a:chExt cx="1202223" cy="1202223"/>
          </a:xfrm>
        </p:grpSpPr>
        <p:sp>
          <p:nvSpPr>
            <p:cNvPr id="641" name="Rectangle 640">
              <a:extLst>
                <a:ext uri="{FF2B5EF4-FFF2-40B4-BE49-F238E27FC236}">
                  <a16:creationId xmlns:a16="http://schemas.microsoft.com/office/drawing/2014/main" id="{2F9789C2-C3B0-445E-9B03-1B7DF3439F87}"/>
                </a:ext>
              </a:extLst>
            </p:cNvPr>
            <p:cNvSpPr/>
            <p:nvPr/>
          </p:nvSpPr>
          <p:spPr>
            <a:xfrm>
              <a:off x="9909782" y="17929498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Bridge</a:t>
              </a:r>
            </a:p>
          </p:txBody>
        </p: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197ECEAC-5C44-4AB1-B7F8-2FF20B4479DB}"/>
                </a:ext>
              </a:extLst>
            </p:cNvPr>
            <p:cNvGrpSpPr/>
            <p:nvPr/>
          </p:nvGrpSpPr>
          <p:grpSpPr>
            <a:xfrm>
              <a:off x="10106229" y="18164436"/>
              <a:ext cx="896412" cy="732346"/>
              <a:chOff x="4784059" y="18702995"/>
              <a:chExt cx="5100291" cy="4166815"/>
            </a:xfrm>
          </p:grpSpPr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2723F242-BA93-46D0-B7A2-D34ED40C82B7}"/>
                  </a:ext>
                </a:extLst>
              </p:cNvPr>
              <p:cNvGrpSpPr/>
              <p:nvPr/>
            </p:nvGrpSpPr>
            <p:grpSpPr>
              <a:xfrm>
                <a:off x="4784059" y="19847560"/>
                <a:ext cx="5100291" cy="3022250"/>
                <a:chOff x="23841636" y="10567711"/>
                <a:chExt cx="4891313" cy="2898416"/>
              </a:xfrm>
            </p:grpSpPr>
            <p:pic>
              <p:nvPicPr>
                <p:cNvPr id="630" name="Graphic 629">
                  <a:extLst>
                    <a:ext uri="{FF2B5EF4-FFF2-40B4-BE49-F238E27FC236}">
                      <a16:creationId xmlns:a16="http://schemas.microsoft.com/office/drawing/2014/main" id="{4074D0D9-1D0C-4A17-8D94-50C1C62C2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634951" y="11979089"/>
                  <a:ext cx="3097998" cy="1487038"/>
                </a:xfrm>
                <a:prstGeom prst="rect">
                  <a:avLst/>
                </a:prstGeom>
              </p:spPr>
            </p:pic>
            <p:pic>
              <p:nvPicPr>
                <p:cNvPr id="631" name="Graphic 630">
                  <a:extLst>
                    <a:ext uri="{FF2B5EF4-FFF2-40B4-BE49-F238E27FC236}">
                      <a16:creationId xmlns:a16="http://schemas.microsoft.com/office/drawing/2014/main" id="{1644D592-1518-4DDD-84B1-589C5220BC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841636" y="10567711"/>
                  <a:ext cx="2422194" cy="2422194"/>
                </a:xfrm>
                <a:prstGeom prst="rect">
                  <a:avLst/>
                </a:prstGeom>
              </p:spPr>
            </p:pic>
          </p:grpSp>
          <p:grpSp>
            <p:nvGrpSpPr>
              <p:cNvPr id="627" name="Graphic 79">
                <a:extLst>
                  <a:ext uri="{FF2B5EF4-FFF2-40B4-BE49-F238E27FC236}">
                    <a16:creationId xmlns:a16="http://schemas.microsoft.com/office/drawing/2014/main" id="{F30971D9-3EA6-4D67-B1B2-10120843C202}"/>
                  </a:ext>
                </a:extLst>
              </p:cNvPr>
              <p:cNvGrpSpPr/>
              <p:nvPr/>
            </p:nvGrpSpPr>
            <p:grpSpPr>
              <a:xfrm rot="20700000">
                <a:off x="7401348" y="18702995"/>
                <a:ext cx="1143499" cy="2421585"/>
                <a:chOff x="11135837" y="18559880"/>
                <a:chExt cx="1994923" cy="4224641"/>
              </a:xfrm>
            </p:grpSpPr>
            <p:sp>
              <p:nvSpPr>
                <p:cNvPr id="628" name="Freeform: Shape 627">
                  <a:extLst>
                    <a:ext uri="{FF2B5EF4-FFF2-40B4-BE49-F238E27FC236}">
                      <a16:creationId xmlns:a16="http://schemas.microsoft.com/office/drawing/2014/main" id="{5E967B78-5215-43CC-A651-C8BFF50151EB}"/>
                    </a:ext>
                  </a:extLst>
                </p:cNvPr>
                <p:cNvSpPr/>
                <p:nvPr/>
              </p:nvSpPr>
              <p:spPr>
                <a:xfrm>
                  <a:off x="11910308" y="18559880"/>
                  <a:ext cx="1220452" cy="4224641"/>
                </a:xfrm>
                <a:custGeom>
                  <a:avLst/>
                  <a:gdLst>
                    <a:gd name="connsiteX0" fmla="*/ 11735 w 1220451"/>
                    <a:gd name="connsiteY0" fmla="*/ 3884119 h 4224640"/>
                    <a:gd name="connsiteX1" fmla="*/ 343651 w 1220451"/>
                    <a:gd name="connsiteY1" fmla="*/ 4216035 h 4224640"/>
                    <a:gd name="connsiteX2" fmla="*/ 343651 w 1220451"/>
                    <a:gd name="connsiteY2" fmla="*/ 11735 h 4224640"/>
                    <a:gd name="connsiteX3" fmla="*/ 11735 w 1220451"/>
                    <a:gd name="connsiteY3" fmla="*/ 343651 h 4224640"/>
                    <a:gd name="connsiteX4" fmla="*/ 11735 w 1220451"/>
                    <a:gd name="connsiteY4" fmla="*/ 3884119 h 4224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0451" h="4224640">
                      <a:moveTo>
                        <a:pt x="11735" y="3884119"/>
                      </a:moveTo>
                      <a:lnTo>
                        <a:pt x="343651" y="4216035"/>
                      </a:lnTo>
                      <a:cubicBezTo>
                        <a:pt x="1502783" y="3056903"/>
                        <a:pt x="1502783" y="1170867"/>
                        <a:pt x="343651" y="11735"/>
                      </a:cubicBezTo>
                      <a:lnTo>
                        <a:pt x="11735" y="343651"/>
                      </a:lnTo>
                      <a:cubicBezTo>
                        <a:pt x="987846" y="1319762"/>
                        <a:pt x="987846" y="2908008"/>
                        <a:pt x="11735" y="3884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629" name="Freeform: Shape 628">
                  <a:extLst>
                    <a:ext uri="{FF2B5EF4-FFF2-40B4-BE49-F238E27FC236}">
                      <a16:creationId xmlns:a16="http://schemas.microsoft.com/office/drawing/2014/main" id="{7C807E49-DD30-4FA0-B3BA-CB24DC256AB9}"/>
                    </a:ext>
                  </a:extLst>
                </p:cNvPr>
                <p:cNvSpPr/>
                <p:nvPr/>
              </p:nvSpPr>
              <p:spPr>
                <a:xfrm>
                  <a:off x="11135837" y="19334350"/>
                  <a:ext cx="891869" cy="2675606"/>
                </a:xfrm>
                <a:custGeom>
                  <a:avLst/>
                  <a:gdLst>
                    <a:gd name="connsiteX0" fmla="*/ 343651 w 891868"/>
                    <a:gd name="connsiteY0" fmla="*/ 2667094 h 2675605"/>
                    <a:gd name="connsiteX1" fmla="*/ 892838 w 891868"/>
                    <a:gd name="connsiteY1" fmla="*/ 1339415 h 2675605"/>
                    <a:gd name="connsiteX2" fmla="*/ 343651 w 891868"/>
                    <a:gd name="connsiteY2" fmla="*/ 11735 h 2675605"/>
                    <a:gd name="connsiteX3" fmla="*/ 11735 w 891868"/>
                    <a:gd name="connsiteY3" fmla="*/ 343651 h 2675605"/>
                    <a:gd name="connsiteX4" fmla="*/ 423434 w 891868"/>
                    <a:gd name="connsiteY4" fmla="*/ 1339415 h 2675605"/>
                    <a:gd name="connsiteX5" fmla="*/ 11735 w 891868"/>
                    <a:gd name="connsiteY5" fmla="*/ 2335178 h 2675605"/>
                    <a:gd name="connsiteX6" fmla="*/ 343651 w 891868"/>
                    <a:gd name="connsiteY6" fmla="*/ 2667094 h 26756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1868" h="2675605">
                      <a:moveTo>
                        <a:pt x="343651" y="2667094"/>
                      </a:moveTo>
                      <a:cubicBezTo>
                        <a:pt x="697801" y="2312960"/>
                        <a:pt x="892838" y="1841443"/>
                        <a:pt x="892838" y="1339415"/>
                      </a:cubicBezTo>
                      <a:cubicBezTo>
                        <a:pt x="892838" y="837386"/>
                        <a:pt x="697801" y="365885"/>
                        <a:pt x="343651" y="11735"/>
                      </a:cubicBezTo>
                      <a:lnTo>
                        <a:pt x="11735" y="343651"/>
                      </a:lnTo>
                      <a:cubicBezTo>
                        <a:pt x="277214" y="609131"/>
                        <a:pt x="423434" y="962764"/>
                        <a:pt x="423434" y="1339415"/>
                      </a:cubicBezTo>
                      <a:cubicBezTo>
                        <a:pt x="423434" y="1716065"/>
                        <a:pt x="277230" y="2069683"/>
                        <a:pt x="11735" y="2335178"/>
                      </a:cubicBezTo>
                      <a:lnTo>
                        <a:pt x="343651" y="266709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36E656C-7D00-4882-9441-1EA2BA9AA80F}"/>
              </a:ext>
            </a:extLst>
          </p:cNvPr>
          <p:cNvSpPr/>
          <p:nvPr/>
        </p:nvSpPr>
        <p:spPr>
          <a:xfrm>
            <a:off x="3986473" y="13878030"/>
            <a:ext cx="8211895" cy="503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3600" b="1" dirty="0">
                <a:solidFill>
                  <a:schemeClr val="accent4">
                    <a:lumMod val="75000"/>
                  </a:schemeClr>
                </a:solidFill>
              </a:rPr>
              <a:t>Onboard Compute</a:t>
            </a:r>
          </a:p>
        </p:txBody>
      </p:sp>
      <p:cxnSp>
        <p:nvCxnSpPr>
          <p:cNvPr id="306" name="Connector: Elbow 305">
            <a:extLst>
              <a:ext uri="{FF2B5EF4-FFF2-40B4-BE49-F238E27FC236}">
                <a16:creationId xmlns:a16="http://schemas.microsoft.com/office/drawing/2014/main" id="{99252897-FF81-4CF3-9A75-3E15BF5C3CFA}"/>
              </a:ext>
            </a:extLst>
          </p:cNvPr>
          <p:cNvCxnSpPr>
            <a:cxnSpLocks/>
            <a:stCxn id="645" idx="1"/>
            <a:endCxn id="647" idx="0"/>
          </p:cNvCxnSpPr>
          <p:nvPr/>
        </p:nvCxnSpPr>
        <p:spPr>
          <a:xfrm rot="10800000" flipV="1">
            <a:off x="1517112" y="18530612"/>
            <a:ext cx="2913969" cy="534142"/>
          </a:xfrm>
          <a:prstGeom prst="bentConnector2">
            <a:avLst/>
          </a:prstGeom>
          <a:ln w="762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4C3DAFBF-1793-41C1-B96E-FB6931FB5969}"/>
              </a:ext>
            </a:extLst>
          </p:cNvPr>
          <p:cNvCxnSpPr>
            <a:cxnSpLocks/>
            <a:stCxn id="638" idx="1"/>
            <a:endCxn id="641" idx="3"/>
          </p:cNvCxnSpPr>
          <p:nvPr/>
        </p:nvCxnSpPr>
        <p:spPr>
          <a:xfrm flipH="1" flipV="1">
            <a:off x="11112005" y="18530612"/>
            <a:ext cx="2379807" cy="9525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: Elbow 652">
            <a:extLst>
              <a:ext uri="{FF2B5EF4-FFF2-40B4-BE49-F238E27FC236}">
                <a16:creationId xmlns:a16="http://schemas.microsoft.com/office/drawing/2014/main" id="{D564823B-BD16-4E2D-9156-1E813EE6A7CD}"/>
              </a:ext>
            </a:extLst>
          </p:cNvPr>
          <p:cNvCxnSpPr>
            <a:cxnSpLocks/>
            <a:stCxn id="641" idx="3"/>
            <a:endCxn id="637" idx="1"/>
          </p:cNvCxnSpPr>
          <p:nvPr/>
        </p:nvCxnSpPr>
        <p:spPr>
          <a:xfrm flipV="1">
            <a:off x="11112005" y="16962079"/>
            <a:ext cx="2379807" cy="1568533"/>
          </a:xfrm>
          <a:prstGeom prst="bentConnector3">
            <a:avLst>
              <a:gd name="adj1" fmla="val 69211"/>
            </a:avLst>
          </a:prstGeom>
          <a:ln w="76200">
            <a:solidFill>
              <a:schemeClr val="accent6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Connector: Elbow 654">
            <a:extLst>
              <a:ext uri="{FF2B5EF4-FFF2-40B4-BE49-F238E27FC236}">
                <a16:creationId xmlns:a16="http://schemas.microsoft.com/office/drawing/2014/main" id="{08FC8DF2-8D33-4A8B-BAD0-263FB97F969F}"/>
              </a:ext>
            </a:extLst>
          </p:cNvPr>
          <p:cNvCxnSpPr>
            <a:cxnSpLocks/>
            <a:stCxn id="646" idx="2"/>
            <a:endCxn id="643" idx="1"/>
          </p:cNvCxnSpPr>
          <p:nvPr/>
        </p:nvCxnSpPr>
        <p:spPr>
          <a:xfrm rot="16200000" flipH="1">
            <a:off x="2558101" y="13178527"/>
            <a:ext cx="831988" cy="2913969"/>
          </a:xfrm>
          <a:prstGeom prst="bentConnector2">
            <a:avLst/>
          </a:prstGeom>
          <a:ln w="762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Connector: Elbow 655">
            <a:extLst>
              <a:ext uri="{FF2B5EF4-FFF2-40B4-BE49-F238E27FC236}">
                <a16:creationId xmlns:a16="http://schemas.microsoft.com/office/drawing/2014/main" id="{07963E5D-CA0D-4E63-8F2A-D4F98C9E586C}"/>
              </a:ext>
            </a:extLst>
          </p:cNvPr>
          <p:cNvCxnSpPr>
            <a:cxnSpLocks/>
            <a:stCxn id="646" idx="2"/>
            <a:endCxn id="644" idx="1"/>
          </p:cNvCxnSpPr>
          <p:nvPr/>
        </p:nvCxnSpPr>
        <p:spPr>
          <a:xfrm rot="16200000" flipH="1">
            <a:off x="1748722" y="13987906"/>
            <a:ext cx="2450747" cy="2913969"/>
          </a:xfrm>
          <a:prstGeom prst="bentConnector2">
            <a:avLst/>
          </a:prstGeom>
          <a:ln w="76200">
            <a:solidFill>
              <a:schemeClr val="accent4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22C23F7-85DB-4D5A-8E72-5D40A3276F29}"/>
              </a:ext>
            </a:extLst>
          </p:cNvPr>
          <p:cNvGrpSpPr/>
          <p:nvPr/>
        </p:nvGrpSpPr>
        <p:grpSpPr>
          <a:xfrm>
            <a:off x="444948" y="28901420"/>
            <a:ext cx="17559607" cy="842713"/>
            <a:chOff x="444948" y="28921253"/>
            <a:chExt cx="17559607" cy="842713"/>
          </a:xfrm>
          <a:noFill/>
        </p:grpSpPr>
        <p:cxnSp>
          <p:nvCxnSpPr>
            <p:cNvPr id="365" name="Straight Arrow Connector 364">
              <a:extLst>
                <a:ext uri="{FF2B5EF4-FFF2-40B4-BE49-F238E27FC236}">
                  <a16:creationId xmlns:a16="http://schemas.microsoft.com/office/drawing/2014/main" id="{6DF35140-651A-44B4-9E01-809513ED16AF}"/>
                </a:ext>
              </a:extLst>
            </p:cNvPr>
            <p:cNvCxnSpPr>
              <a:cxnSpLocks/>
            </p:cNvCxnSpPr>
            <p:nvPr/>
          </p:nvCxnSpPr>
          <p:spPr>
            <a:xfrm>
              <a:off x="14132922" y="29763966"/>
              <a:ext cx="3687076" cy="0"/>
            </a:xfrm>
            <a:prstGeom prst="straightConnector1">
              <a:avLst/>
            </a:prstGeom>
            <a:grpFill/>
            <a:ln w="114300">
              <a:solidFill>
                <a:schemeClr val="tx1"/>
              </a:solidFill>
              <a:prstDash val="lgDash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Arrow Connector 368">
              <a:extLst>
                <a:ext uri="{FF2B5EF4-FFF2-40B4-BE49-F238E27FC236}">
                  <a16:creationId xmlns:a16="http://schemas.microsoft.com/office/drawing/2014/main" id="{529F8C32-2AA0-4A88-AC42-6EFD4C46F783}"/>
                </a:ext>
              </a:extLst>
            </p:cNvPr>
            <p:cNvCxnSpPr>
              <a:cxnSpLocks/>
            </p:cNvCxnSpPr>
            <p:nvPr/>
          </p:nvCxnSpPr>
          <p:spPr>
            <a:xfrm>
              <a:off x="9631783" y="29763966"/>
              <a:ext cx="3687076" cy="0"/>
            </a:xfrm>
            <a:prstGeom prst="straightConnector1">
              <a:avLst/>
            </a:prstGeom>
            <a:grpFill/>
            <a:ln w="1143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Arrow Connector 369">
              <a:extLst>
                <a:ext uri="{FF2B5EF4-FFF2-40B4-BE49-F238E27FC236}">
                  <a16:creationId xmlns:a16="http://schemas.microsoft.com/office/drawing/2014/main" id="{48662EAD-C128-4FD2-A957-FCD12B30174C}"/>
                </a:ext>
              </a:extLst>
            </p:cNvPr>
            <p:cNvCxnSpPr>
              <a:cxnSpLocks/>
            </p:cNvCxnSpPr>
            <p:nvPr/>
          </p:nvCxnSpPr>
          <p:spPr>
            <a:xfrm>
              <a:off x="5130644" y="29763966"/>
              <a:ext cx="3687076" cy="0"/>
            </a:xfrm>
            <a:prstGeom prst="straightConnector1">
              <a:avLst/>
            </a:prstGeom>
            <a:grpFill/>
            <a:ln w="1143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Arrow Connector 370">
              <a:extLst>
                <a:ext uri="{FF2B5EF4-FFF2-40B4-BE49-F238E27FC236}">
                  <a16:creationId xmlns:a16="http://schemas.microsoft.com/office/drawing/2014/main" id="{66F08052-BE97-482B-AEEE-43CBD22A1D15}"/>
                </a:ext>
              </a:extLst>
            </p:cNvPr>
            <p:cNvCxnSpPr>
              <a:cxnSpLocks/>
            </p:cNvCxnSpPr>
            <p:nvPr/>
          </p:nvCxnSpPr>
          <p:spPr>
            <a:xfrm>
              <a:off x="629505" y="29763966"/>
              <a:ext cx="3687076" cy="0"/>
            </a:xfrm>
            <a:prstGeom prst="straightConnector1">
              <a:avLst/>
            </a:prstGeom>
            <a:grpFill/>
            <a:ln w="1143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2" name="Rectangle 371">
              <a:extLst>
                <a:ext uri="{FF2B5EF4-FFF2-40B4-BE49-F238E27FC236}">
                  <a16:creationId xmlns:a16="http://schemas.microsoft.com/office/drawing/2014/main" id="{B1209ADE-D7FA-45BA-8236-B404C85665D4}"/>
                </a:ext>
              </a:extLst>
            </p:cNvPr>
            <p:cNvSpPr/>
            <p:nvPr/>
          </p:nvSpPr>
          <p:spPr>
            <a:xfrm>
              <a:off x="444948" y="28921253"/>
              <a:ext cx="4056190" cy="5979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600" b="1" dirty="0">
                  <a:solidFill>
                    <a:sysClr val="windowText" lastClr="000000"/>
                  </a:solidFill>
                </a:rPr>
                <a:t>Serial</a:t>
              </a: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08A716FF-9145-4C6C-9089-4A0BD67C93F0}"/>
                </a:ext>
              </a:extLst>
            </p:cNvPr>
            <p:cNvSpPr/>
            <p:nvPr/>
          </p:nvSpPr>
          <p:spPr>
            <a:xfrm>
              <a:off x="4946087" y="28921253"/>
              <a:ext cx="4056190" cy="5979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600" b="1" dirty="0">
                  <a:solidFill>
                    <a:sysClr val="windowText" lastClr="000000"/>
                  </a:solidFill>
                </a:rPr>
                <a:t>ROS2 Topic</a:t>
              </a:r>
            </a:p>
          </p:txBody>
        </p:sp>
        <p:sp>
          <p:nvSpPr>
            <p:cNvPr id="375" name="Rectangle 374">
              <a:extLst>
                <a:ext uri="{FF2B5EF4-FFF2-40B4-BE49-F238E27FC236}">
                  <a16:creationId xmlns:a16="http://schemas.microsoft.com/office/drawing/2014/main" id="{64E105D6-2770-4A75-A392-C9D7C54D5A88}"/>
                </a:ext>
              </a:extLst>
            </p:cNvPr>
            <p:cNvSpPr/>
            <p:nvPr/>
          </p:nvSpPr>
          <p:spPr>
            <a:xfrm>
              <a:off x="9447226" y="28921253"/>
              <a:ext cx="4056190" cy="5979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600" b="1" dirty="0">
                  <a:solidFill>
                    <a:sysClr val="windowText" lastClr="000000"/>
                  </a:solidFill>
                </a:rPr>
                <a:t>Unity Signal</a:t>
              </a:r>
            </a:p>
          </p:txBody>
        </p: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86FAB042-FA8B-4C2A-9FB7-7BBC9502DCA0}"/>
                </a:ext>
              </a:extLst>
            </p:cNvPr>
            <p:cNvSpPr/>
            <p:nvPr/>
          </p:nvSpPr>
          <p:spPr>
            <a:xfrm>
              <a:off x="13948365" y="28921253"/>
              <a:ext cx="4056190" cy="59790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600" b="1" dirty="0">
                  <a:solidFill>
                    <a:sysClr val="windowText" lastClr="000000"/>
                  </a:solidFill>
                </a:rPr>
                <a:t>RF Link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EAA775-B544-478E-93EC-9DA5B273C1CB}"/>
              </a:ext>
            </a:extLst>
          </p:cNvPr>
          <p:cNvGrpSpPr/>
          <p:nvPr/>
        </p:nvGrpSpPr>
        <p:grpSpPr>
          <a:xfrm>
            <a:off x="36642372" y="12424035"/>
            <a:ext cx="1202222" cy="1202222"/>
            <a:chOff x="36642372" y="12424035"/>
            <a:chExt cx="1202222" cy="1202222"/>
          </a:xfrm>
        </p:grpSpPr>
        <p:sp>
          <p:nvSpPr>
            <p:cNvPr id="836" name="Rectangle 835">
              <a:extLst>
                <a:ext uri="{FF2B5EF4-FFF2-40B4-BE49-F238E27FC236}">
                  <a16:creationId xmlns:a16="http://schemas.microsoft.com/office/drawing/2014/main" id="{806A829A-ED26-4C2C-B731-DE6C13808659}"/>
                </a:ext>
              </a:extLst>
            </p:cNvPr>
            <p:cNvSpPr/>
            <p:nvPr/>
          </p:nvSpPr>
          <p:spPr>
            <a:xfrm>
              <a:off x="36642372" y="12424035"/>
              <a:ext cx="1202222" cy="1202222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Geo-References</a:t>
              </a:r>
            </a:p>
          </p:txBody>
        </p:sp>
        <p:pic>
          <p:nvPicPr>
            <p:cNvPr id="349" name="Graphic 348">
              <a:extLst>
                <a:ext uri="{FF2B5EF4-FFF2-40B4-BE49-F238E27FC236}">
                  <a16:creationId xmlns:a16="http://schemas.microsoft.com/office/drawing/2014/main" id="{79702A7B-8095-48AF-A151-24686CA595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6734228" y="12515891"/>
              <a:ext cx="1018511" cy="1018511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9C41C6E-0271-4EAF-B902-E1EECA76F6DC}"/>
              </a:ext>
            </a:extLst>
          </p:cNvPr>
          <p:cNvGrpSpPr/>
          <p:nvPr/>
        </p:nvGrpSpPr>
        <p:grpSpPr>
          <a:xfrm>
            <a:off x="33026157" y="12424035"/>
            <a:ext cx="1202222" cy="1202222"/>
            <a:chOff x="33026157" y="12424035"/>
            <a:chExt cx="1202222" cy="1202222"/>
          </a:xfrm>
        </p:grpSpPr>
        <p:sp>
          <p:nvSpPr>
            <p:cNvPr id="834" name="Rectangle 833">
              <a:extLst>
                <a:ext uri="{FF2B5EF4-FFF2-40B4-BE49-F238E27FC236}">
                  <a16:creationId xmlns:a16="http://schemas.microsoft.com/office/drawing/2014/main" id="{84DDCB38-49F8-4D4F-B0AB-F30F21081044}"/>
                </a:ext>
              </a:extLst>
            </p:cNvPr>
            <p:cNvSpPr/>
            <p:nvPr/>
          </p:nvSpPr>
          <p:spPr>
            <a:xfrm>
              <a:off x="33026157" y="12424035"/>
              <a:ext cx="1202222" cy="1202222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Localisation</a:t>
              </a:r>
            </a:p>
          </p:txBody>
        </p:sp>
        <p:pic>
          <p:nvPicPr>
            <p:cNvPr id="1026" name="Picture 2" descr="multiple locations icon">
              <a:extLst>
                <a:ext uri="{FF2B5EF4-FFF2-40B4-BE49-F238E27FC236}">
                  <a16:creationId xmlns:a16="http://schemas.microsoft.com/office/drawing/2014/main" id="{09D90205-59DC-49FA-9C4F-88D9A1389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95466" y="12593344"/>
              <a:ext cx="863604" cy="863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33EBB02C-2666-4DEC-88E1-284454CB8241}"/>
              </a:ext>
            </a:extLst>
          </p:cNvPr>
          <p:cNvGrpSpPr/>
          <p:nvPr/>
        </p:nvGrpSpPr>
        <p:grpSpPr>
          <a:xfrm>
            <a:off x="29930285" y="26090604"/>
            <a:ext cx="1202222" cy="1202222"/>
            <a:chOff x="29930285" y="26090604"/>
            <a:chExt cx="1202222" cy="1202222"/>
          </a:xfrm>
        </p:grpSpPr>
        <p:sp>
          <p:nvSpPr>
            <p:cNvPr id="711" name="Rectangle 710">
              <a:extLst>
                <a:ext uri="{FF2B5EF4-FFF2-40B4-BE49-F238E27FC236}">
                  <a16:creationId xmlns:a16="http://schemas.microsoft.com/office/drawing/2014/main" id="{278B5E8E-4F34-48BD-A681-C110042A4050}"/>
                </a:ext>
              </a:extLst>
            </p:cNvPr>
            <p:cNvSpPr/>
            <p:nvPr/>
          </p:nvSpPr>
          <p:spPr>
            <a:xfrm>
              <a:off x="29930285" y="26090604"/>
              <a:ext cx="1202222" cy="1202222"/>
            </a:xfrm>
            <a:prstGeom prst="rect">
              <a:avLst/>
            </a:prstGeom>
            <a:solidFill>
              <a:srgbClr val="8F45C7"/>
            </a:solidFill>
            <a:ln w="1270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Sheep</a:t>
              </a:r>
            </a:p>
            <a:p>
              <a:r>
                <a:rPr lang="en-GB" sz="2800" b="1" dirty="0">
                  <a:solidFill>
                    <a:schemeClr val="tx1"/>
                  </a:solidFill>
                </a:rPr>
                <a:t>Poses</a:t>
              </a:r>
            </a:p>
          </p:txBody>
        </p:sp>
        <p:pic>
          <p:nvPicPr>
            <p:cNvPr id="353" name="Picture 2" descr="multiple locations icon">
              <a:extLst>
                <a:ext uri="{FF2B5EF4-FFF2-40B4-BE49-F238E27FC236}">
                  <a16:creationId xmlns:a16="http://schemas.microsoft.com/office/drawing/2014/main" id="{564B894A-F3BA-4E31-9737-55DDF1B874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99594" y="26259913"/>
              <a:ext cx="863604" cy="863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F74AB027-B4F6-40C4-97B3-8E8AF4CBE9BE}"/>
              </a:ext>
            </a:extLst>
          </p:cNvPr>
          <p:cNvGrpSpPr/>
          <p:nvPr/>
        </p:nvGrpSpPr>
        <p:grpSpPr>
          <a:xfrm>
            <a:off x="34036471" y="27464896"/>
            <a:ext cx="1202222" cy="1202222"/>
            <a:chOff x="34036471" y="27464896"/>
            <a:chExt cx="1202222" cy="1202222"/>
          </a:xfrm>
        </p:grpSpPr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CF513893-3FD1-4520-A216-5EE1523307E3}"/>
                </a:ext>
              </a:extLst>
            </p:cNvPr>
            <p:cNvSpPr/>
            <p:nvPr/>
          </p:nvSpPr>
          <p:spPr>
            <a:xfrm>
              <a:off x="34036471" y="27464896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Poses</a:t>
              </a:r>
            </a:p>
          </p:txBody>
        </p:sp>
        <p:pic>
          <p:nvPicPr>
            <p:cNvPr id="354" name="Picture 2" descr="multiple locations icon">
              <a:extLst>
                <a:ext uri="{FF2B5EF4-FFF2-40B4-BE49-F238E27FC236}">
                  <a16:creationId xmlns:a16="http://schemas.microsoft.com/office/drawing/2014/main" id="{137284AA-B5AC-479A-B59A-6088DD3F06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05780" y="27634205"/>
              <a:ext cx="863604" cy="863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E03A0C33-F9A4-4C0D-A020-BF49BFF360FB}"/>
              </a:ext>
            </a:extLst>
          </p:cNvPr>
          <p:cNvGrpSpPr/>
          <p:nvPr/>
        </p:nvGrpSpPr>
        <p:grpSpPr>
          <a:xfrm>
            <a:off x="37390910" y="27464896"/>
            <a:ext cx="1202222" cy="1202222"/>
            <a:chOff x="37390910" y="27464896"/>
            <a:chExt cx="1202222" cy="1202222"/>
          </a:xfrm>
        </p:grpSpPr>
        <p:sp>
          <p:nvSpPr>
            <p:cNvPr id="400" name="Rectangle 399">
              <a:extLst>
                <a:ext uri="{FF2B5EF4-FFF2-40B4-BE49-F238E27FC236}">
                  <a16:creationId xmlns:a16="http://schemas.microsoft.com/office/drawing/2014/main" id="{4EC76744-BEBA-4F31-B44F-7C0B72594284}"/>
                </a:ext>
              </a:extLst>
            </p:cNvPr>
            <p:cNvSpPr/>
            <p:nvPr/>
          </p:nvSpPr>
          <p:spPr>
            <a:xfrm>
              <a:off x="37390910" y="27464896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Pose 0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Setup</a:t>
              </a:r>
            </a:p>
          </p:txBody>
        </p:sp>
        <p:pic>
          <p:nvPicPr>
            <p:cNvPr id="356" name="Picture 2" descr="multiple locations icon">
              <a:extLst>
                <a:ext uri="{FF2B5EF4-FFF2-40B4-BE49-F238E27FC236}">
                  <a16:creationId xmlns:a16="http://schemas.microsoft.com/office/drawing/2014/main" id="{6EF3672E-0EFA-4A41-B16B-9AB5BD69E6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60219" y="27634205"/>
              <a:ext cx="863604" cy="863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04B96D0-9A8A-4610-8E67-2508B58E047C}"/>
              </a:ext>
            </a:extLst>
          </p:cNvPr>
          <p:cNvGrpSpPr/>
          <p:nvPr/>
        </p:nvGrpSpPr>
        <p:grpSpPr>
          <a:xfrm>
            <a:off x="26947387" y="26090604"/>
            <a:ext cx="1202222" cy="1202222"/>
            <a:chOff x="26947387" y="26090604"/>
            <a:chExt cx="1202222" cy="1202222"/>
          </a:xfrm>
        </p:grpSpPr>
        <p:sp>
          <p:nvSpPr>
            <p:cNvPr id="736" name="Rectangle 735">
              <a:extLst>
                <a:ext uri="{FF2B5EF4-FFF2-40B4-BE49-F238E27FC236}">
                  <a16:creationId xmlns:a16="http://schemas.microsoft.com/office/drawing/2014/main" id="{D03FB44A-177F-438C-9C22-F22D31DF07EB}"/>
                </a:ext>
              </a:extLst>
            </p:cNvPr>
            <p:cNvSpPr/>
            <p:nvPr/>
          </p:nvSpPr>
          <p:spPr>
            <a:xfrm>
              <a:off x="26947387" y="26090604"/>
              <a:ext cx="1202222" cy="1202222"/>
            </a:xfrm>
            <a:prstGeom prst="rect">
              <a:avLst/>
            </a:prstGeom>
            <a:solidFill>
              <a:srgbClr val="8F45C7"/>
            </a:solidFill>
            <a:ln w="1270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Predicted</a:t>
              </a:r>
            </a:p>
            <a:p>
              <a:r>
                <a:rPr lang="en-GB" sz="2800" b="1" dirty="0">
                  <a:solidFill>
                    <a:schemeClr val="tx1"/>
                  </a:solidFill>
                </a:rPr>
                <a:t>Poses</a:t>
              </a:r>
            </a:p>
          </p:txBody>
        </p:sp>
        <p:pic>
          <p:nvPicPr>
            <p:cNvPr id="358" name="Picture 2" descr="multiple locations icon">
              <a:extLst>
                <a:ext uri="{FF2B5EF4-FFF2-40B4-BE49-F238E27FC236}">
                  <a16:creationId xmlns:a16="http://schemas.microsoft.com/office/drawing/2014/main" id="{DCD55279-C297-4A20-9E41-209CEE9C7D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16696" y="26259913"/>
              <a:ext cx="863604" cy="8636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47418981-FEDC-4FC9-824A-BD63FD051320}"/>
              </a:ext>
            </a:extLst>
          </p:cNvPr>
          <p:cNvGrpSpPr/>
          <p:nvPr/>
        </p:nvGrpSpPr>
        <p:grpSpPr>
          <a:xfrm>
            <a:off x="23964489" y="21179840"/>
            <a:ext cx="1202222" cy="1202222"/>
            <a:chOff x="23964489" y="21179840"/>
            <a:chExt cx="1202222" cy="1202222"/>
          </a:xfrm>
        </p:grpSpPr>
        <p:sp>
          <p:nvSpPr>
            <p:cNvPr id="735" name="Rectangle 734">
              <a:extLst>
                <a:ext uri="{FF2B5EF4-FFF2-40B4-BE49-F238E27FC236}">
                  <a16:creationId xmlns:a16="http://schemas.microsoft.com/office/drawing/2014/main" id="{98150160-CDAD-4956-9ACB-061040CFBE25}"/>
                </a:ext>
              </a:extLst>
            </p:cNvPr>
            <p:cNvSpPr/>
            <p:nvPr/>
          </p:nvSpPr>
          <p:spPr>
            <a:xfrm>
              <a:off x="23964489" y="21179840"/>
              <a:ext cx="1202222" cy="1202222"/>
            </a:xfrm>
            <a:prstGeom prst="rect">
              <a:avLst/>
            </a:prstGeom>
            <a:solidFill>
              <a:srgbClr val="8F45C7"/>
            </a:solidFill>
            <a:ln w="1270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Dog Pose</a:t>
              </a:r>
            </a:p>
          </p:txBody>
        </p:sp>
        <p:pic>
          <p:nvPicPr>
            <p:cNvPr id="1027" name="Picture 3" descr="map pin area icon">
              <a:extLst>
                <a:ext uri="{FF2B5EF4-FFF2-40B4-BE49-F238E27FC236}">
                  <a16:creationId xmlns:a16="http://schemas.microsoft.com/office/drawing/2014/main" id="{64812F62-26AC-49FD-B868-D648D8CE12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04807" y="21320158"/>
              <a:ext cx="921587" cy="921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FBE95EC-FFF5-4626-A9E5-89C43FC48051}"/>
              </a:ext>
            </a:extLst>
          </p:cNvPr>
          <p:cNvGrpSpPr/>
          <p:nvPr/>
        </p:nvGrpSpPr>
        <p:grpSpPr>
          <a:xfrm>
            <a:off x="23964489" y="23694984"/>
            <a:ext cx="1202222" cy="1202222"/>
            <a:chOff x="23964489" y="23694984"/>
            <a:chExt cx="1202222" cy="1202222"/>
          </a:xfrm>
        </p:grpSpPr>
        <p:sp>
          <p:nvSpPr>
            <p:cNvPr id="712" name="Rectangle 711">
              <a:extLst>
                <a:ext uri="{FF2B5EF4-FFF2-40B4-BE49-F238E27FC236}">
                  <a16:creationId xmlns:a16="http://schemas.microsoft.com/office/drawing/2014/main" id="{3F3A22AE-25A5-431D-810B-F982AD245CBE}"/>
                </a:ext>
              </a:extLst>
            </p:cNvPr>
            <p:cNvSpPr/>
            <p:nvPr/>
          </p:nvSpPr>
          <p:spPr>
            <a:xfrm>
              <a:off x="23964489" y="23694984"/>
              <a:ext cx="1202222" cy="1202222"/>
            </a:xfrm>
            <a:prstGeom prst="rect">
              <a:avLst/>
            </a:prstGeom>
            <a:solidFill>
              <a:srgbClr val="8F45C7"/>
            </a:solidFill>
            <a:ln w="1270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Goal</a:t>
              </a:r>
            </a:p>
            <a:p>
              <a:r>
                <a:rPr lang="en-GB" sz="2800" b="1" dirty="0">
                  <a:solidFill>
                    <a:schemeClr val="tx1"/>
                  </a:solidFill>
                </a:rPr>
                <a:t>Pose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9E86BF2-E848-4DB9-BCEF-0364C4CC1178}"/>
                </a:ext>
              </a:extLst>
            </p:cNvPr>
            <p:cNvGrpSpPr/>
            <p:nvPr/>
          </p:nvGrpSpPr>
          <p:grpSpPr>
            <a:xfrm>
              <a:off x="24226323" y="23815632"/>
              <a:ext cx="678554" cy="960926"/>
              <a:chOff x="22695279" y="25341525"/>
              <a:chExt cx="700630" cy="99218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8C6C3C7-8794-4EEC-8A21-8E04CF8E9AE1}"/>
                  </a:ext>
                </a:extLst>
              </p:cNvPr>
              <p:cNvSpPr/>
              <p:nvPr/>
            </p:nvSpPr>
            <p:spPr>
              <a:xfrm>
                <a:off x="22940673" y="25445422"/>
                <a:ext cx="209840" cy="20984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GB" sz="2800" b="1"/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62C43A93-6582-4B65-AD09-B38580F2E5D8}"/>
                  </a:ext>
                </a:extLst>
              </p:cNvPr>
              <p:cNvGrpSpPr/>
              <p:nvPr/>
            </p:nvGrpSpPr>
            <p:grpSpPr>
              <a:xfrm>
                <a:off x="22695279" y="25341525"/>
                <a:ext cx="700630" cy="992188"/>
                <a:chOff x="22695279" y="25341525"/>
                <a:chExt cx="700630" cy="992188"/>
              </a:xfrm>
            </p:grpSpPr>
            <p:pic>
              <p:nvPicPr>
                <p:cNvPr id="1029" name="Picture 5" descr="geo targeting icon">
                  <a:extLst>
                    <a:ext uri="{FF2B5EF4-FFF2-40B4-BE49-F238E27FC236}">
                      <a16:creationId xmlns:a16="http://schemas.microsoft.com/office/drawing/2014/main" id="{D66EF9CF-9BB9-46ED-B9B9-4DAE6D326C4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4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349" r="12349" b="2982"/>
                <a:stretch/>
              </p:blipFill>
              <p:spPr bwMode="auto">
                <a:xfrm>
                  <a:off x="22695279" y="25341525"/>
                  <a:ext cx="700630" cy="99218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62" name="Oval 361">
                  <a:extLst>
                    <a:ext uri="{FF2B5EF4-FFF2-40B4-BE49-F238E27FC236}">
                      <a16:creationId xmlns:a16="http://schemas.microsoft.com/office/drawing/2014/main" id="{8D206233-2F9E-4429-95BE-A2836971247B}"/>
                    </a:ext>
                  </a:extLst>
                </p:cNvPr>
                <p:cNvSpPr/>
                <p:nvPr/>
              </p:nvSpPr>
              <p:spPr>
                <a:xfrm>
                  <a:off x="22935911" y="25509549"/>
                  <a:ext cx="219364" cy="219364"/>
                </a:xfrm>
                <a:prstGeom prst="ellipse">
                  <a:avLst/>
                </a:prstGeom>
                <a:solidFill>
                  <a:srgbClr val="8F45C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</p:grpSp>
        </p:grp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36349C6-582B-4E42-9D04-2ED7C108873F}"/>
              </a:ext>
            </a:extLst>
          </p:cNvPr>
          <p:cNvGrpSpPr/>
          <p:nvPr/>
        </p:nvGrpSpPr>
        <p:grpSpPr>
          <a:xfrm>
            <a:off x="20981591" y="23694984"/>
            <a:ext cx="1202222" cy="1202222"/>
            <a:chOff x="20981591" y="23694984"/>
            <a:chExt cx="1202222" cy="1202222"/>
          </a:xfrm>
        </p:grpSpPr>
        <p:sp>
          <p:nvSpPr>
            <p:cNvPr id="713" name="Rectangle 712">
              <a:extLst>
                <a:ext uri="{FF2B5EF4-FFF2-40B4-BE49-F238E27FC236}">
                  <a16:creationId xmlns:a16="http://schemas.microsoft.com/office/drawing/2014/main" id="{45742E07-F730-4655-94E5-2D21B626C2EA}"/>
                </a:ext>
              </a:extLst>
            </p:cNvPr>
            <p:cNvSpPr/>
            <p:nvPr/>
          </p:nvSpPr>
          <p:spPr>
            <a:xfrm>
              <a:off x="20981591" y="23694984"/>
              <a:ext cx="1202222" cy="1202222"/>
            </a:xfrm>
            <a:prstGeom prst="rect">
              <a:avLst/>
            </a:prstGeom>
            <a:solidFill>
              <a:srgbClr val="8F45C7"/>
            </a:solidFill>
            <a:ln w="1270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Dog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Path</a:t>
              </a:r>
            </a:p>
          </p:txBody>
        </p:sp>
        <p:pic>
          <p:nvPicPr>
            <p:cNvPr id="1032" name="Picture 8" descr="route icon">
              <a:extLst>
                <a:ext uri="{FF2B5EF4-FFF2-40B4-BE49-F238E27FC236}">
                  <a16:creationId xmlns:a16="http://schemas.microsoft.com/office/drawing/2014/main" id="{0815C457-9B01-4FA9-BAEF-B4B559164B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65337" y="23778729"/>
              <a:ext cx="1034730" cy="1034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01CF6E9-C89D-4C83-ABD9-97A2922C7E64}"/>
              </a:ext>
            </a:extLst>
          </p:cNvPr>
          <p:cNvGrpSpPr/>
          <p:nvPr/>
        </p:nvGrpSpPr>
        <p:grpSpPr>
          <a:xfrm>
            <a:off x="34036471" y="22859072"/>
            <a:ext cx="1202222" cy="1202222"/>
            <a:chOff x="34036471" y="22859072"/>
            <a:chExt cx="1202222" cy="1202222"/>
          </a:xfrm>
        </p:grpSpPr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0BD1A098-A121-4910-9091-602F1119AFC5}"/>
                </a:ext>
              </a:extLst>
            </p:cNvPr>
            <p:cNvSpPr/>
            <p:nvPr/>
          </p:nvSpPr>
          <p:spPr>
            <a:xfrm>
              <a:off x="34036471" y="22859072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Tuning</a:t>
              </a:r>
            </a:p>
          </p:txBody>
        </p:sp>
        <p:pic>
          <p:nvPicPr>
            <p:cNvPr id="1035" name="Picture 11" descr="tune icon">
              <a:extLst>
                <a:ext uri="{FF2B5EF4-FFF2-40B4-BE49-F238E27FC236}">
                  <a16:creationId xmlns:a16="http://schemas.microsoft.com/office/drawing/2014/main" id="{61ECAFBA-699A-4DB4-9935-3DC3322F82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213990" y="23036591"/>
              <a:ext cx="847184" cy="8471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54C3B54C-3E31-46D1-9D23-80834420EA98}"/>
              </a:ext>
            </a:extLst>
          </p:cNvPr>
          <p:cNvGrpSpPr/>
          <p:nvPr/>
        </p:nvGrpSpPr>
        <p:grpSpPr>
          <a:xfrm>
            <a:off x="29705718" y="19528003"/>
            <a:ext cx="1202223" cy="1202222"/>
            <a:chOff x="29705718" y="19528003"/>
            <a:chExt cx="1202223" cy="1202222"/>
          </a:xfrm>
        </p:grpSpPr>
        <p:sp>
          <p:nvSpPr>
            <p:cNvPr id="717" name="Rectangle 716">
              <a:extLst>
                <a:ext uri="{FF2B5EF4-FFF2-40B4-BE49-F238E27FC236}">
                  <a16:creationId xmlns:a16="http://schemas.microsoft.com/office/drawing/2014/main" id="{BA950B97-3209-4EFE-A2A4-F07169723FD9}"/>
                </a:ext>
              </a:extLst>
            </p:cNvPr>
            <p:cNvSpPr/>
            <p:nvPr/>
          </p:nvSpPr>
          <p:spPr>
            <a:xfrm>
              <a:off x="29705718" y="19528003"/>
              <a:ext cx="1202223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Natural 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System 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Weights</a:t>
              </a:r>
            </a:p>
          </p:txBody>
        </p:sp>
        <p:pic>
          <p:nvPicPr>
            <p:cNvPr id="1036" name="Picture 12" descr="graph icon">
              <a:extLst>
                <a:ext uri="{FF2B5EF4-FFF2-40B4-BE49-F238E27FC236}">
                  <a16:creationId xmlns:a16="http://schemas.microsoft.com/office/drawing/2014/main" id="{55B8957C-8A65-4D4A-A015-8EA5AABFCD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15895" y="19638180"/>
              <a:ext cx="981868" cy="9818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AB634299-ECB2-459D-A733-E2C9CD96C20C}"/>
              </a:ext>
            </a:extLst>
          </p:cNvPr>
          <p:cNvGrpSpPr/>
          <p:nvPr/>
        </p:nvGrpSpPr>
        <p:grpSpPr>
          <a:xfrm>
            <a:off x="34036471" y="25161984"/>
            <a:ext cx="1202222" cy="1202222"/>
            <a:chOff x="34036471" y="25161984"/>
            <a:chExt cx="1202222" cy="1202222"/>
          </a:xfrm>
        </p:grpSpPr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1DE65CC2-96BF-4300-AA4E-53B29347598F}"/>
                </a:ext>
              </a:extLst>
            </p:cNvPr>
            <p:cNvSpPr/>
            <p:nvPr/>
          </p:nvSpPr>
          <p:spPr>
            <a:xfrm>
              <a:off x="34036471" y="25161984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Evaluation</a:t>
              </a:r>
            </a:p>
          </p:txBody>
        </p:sp>
        <p:pic>
          <p:nvPicPr>
            <p:cNvPr id="1037" name="Picture 13" descr="distance icon">
              <a:extLst>
                <a:ext uri="{FF2B5EF4-FFF2-40B4-BE49-F238E27FC236}">
                  <a16:creationId xmlns:a16="http://schemas.microsoft.com/office/drawing/2014/main" id="{6E6ACED7-8403-498C-8DB5-2E134F3B4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13648" y="25239161"/>
              <a:ext cx="1047868" cy="10478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0426B488-2F0D-4168-94D0-AE35B786CAB4}"/>
              </a:ext>
            </a:extLst>
          </p:cNvPr>
          <p:cNvGrpSpPr/>
          <p:nvPr/>
        </p:nvGrpSpPr>
        <p:grpSpPr>
          <a:xfrm>
            <a:off x="23964489" y="26090604"/>
            <a:ext cx="1202222" cy="1202222"/>
            <a:chOff x="23964489" y="26090604"/>
            <a:chExt cx="1202222" cy="1202222"/>
          </a:xfrm>
        </p:grpSpPr>
        <p:sp>
          <p:nvSpPr>
            <p:cNvPr id="720" name="Rectangle 719">
              <a:extLst>
                <a:ext uri="{FF2B5EF4-FFF2-40B4-BE49-F238E27FC236}">
                  <a16:creationId xmlns:a16="http://schemas.microsoft.com/office/drawing/2014/main" id="{8A8AF637-D1AA-4F08-944F-073DC96F436F}"/>
                </a:ext>
              </a:extLst>
            </p:cNvPr>
            <p:cNvSpPr/>
            <p:nvPr/>
          </p:nvSpPr>
          <p:spPr>
            <a:xfrm>
              <a:off x="23964489" y="26090604"/>
              <a:ext cx="1202222" cy="1202222"/>
            </a:xfrm>
            <a:prstGeom prst="rect">
              <a:avLst/>
            </a:prstGeom>
            <a:solidFill>
              <a:srgbClr val="8F45C7"/>
            </a:solidFill>
            <a:ln w="1270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Goal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Proximity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Score</a:t>
              </a:r>
            </a:p>
          </p:txBody>
        </p:sp>
        <p:pic>
          <p:nvPicPr>
            <p:cNvPr id="1038" name="Picture 14" descr="distance icon">
              <a:extLst>
                <a:ext uri="{FF2B5EF4-FFF2-40B4-BE49-F238E27FC236}">
                  <a16:creationId xmlns:a16="http://schemas.microsoft.com/office/drawing/2014/main" id="{7B90CD56-6616-4C34-BA53-2C3E204E87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1821" y="26237936"/>
              <a:ext cx="907558" cy="9075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241F56-68CB-44B1-824B-0166F228C74D}"/>
              </a:ext>
            </a:extLst>
          </p:cNvPr>
          <p:cNvGrpSpPr/>
          <p:nvPr/>
        </p:nvGrpSpPr>
        <p:grpSpPr>
          <a:xfrm>
            <a:off x="33026157" y="10033499"/>
            <a:ext cx="1202222" cy="1202222"/>
            <a:chOff x="33026157" y="10033499"/>
            <a:chExt cx="1202222" cy="1202222"/>
          </a:xfrm>
        </p:grpSpPr>
        <p:sp>
          <p:nvSpPr>
            <p:cNvPr id="832" name="Rectangle 831">
              <a:extLst>
                <a:ext uri="{FF2B5EF4-FFF2-40B4-BE49-F238E27FC236}">
                  <a16:creationId xmlns:a16="http://schemas.microsoft.com/office/drawing/2014/main" id="{AD7567BA-6FDF-43E8-9621-8BADB14C8D46}"/>
                </a:ext>
              </a:extLst>
            </p:cNvPr>
            <p:cNvSpPr/>
            <p:nvPr/>
          </p:nvSpPr>
          <p:spPr>
            <a:xfrm>
              <a:off x="33026157" y="10033499"/>
              <a:ext cx="1202222" cy="1202222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Detection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BE250BF-8BC1-442C-AE7C-5C0C579D71C0}"/>
                </a:ext>
              </a:extLst>
            </p:cNvPr>
            <p:cNvGrpSpPr/>
            <p:nvPr/>
          </p:nvGrpSpPr>
          <p:grpSpPr>
            <a:xfrm>
              <a:off x="33115577" y="10122919"/>
              <a:ext cx="1023383" cy="1023383"/>
              <a:chOff x="36683565" y="7210011"/>
              <a:chExt cx="4876800" cy="4876800"/>
            </a:xfrm>
          </p:grpSpPr>
          <p:pic>
            <p:nvPicPr>
              <p:cNvPr id="1040" name="Picture 16" descr="facial recognition icon">
                <a:extLst>
                  <a:ext uri="{FF2B5EF4-FFF2-40B4-BE49-F238E27FC236}">
                    <a16:creationId xmlns:a16="http://schemas.microsoft.com/office/drawing/2014/main" id="{F7B13AFA-FABB-4060-A8EE-7D04ED2AC4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683565" y="7210011"/>
                <a:ext cx="4876800" cy="4876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33F1EC8-E08A-472A-9D0F-0BEFF3842F29}"/>
                  </a:ext>
                </a:extLst>
              </p:cNvPr>
              <p:cNvSpPr/>
              <p:nvPr/>
            </p:nvSpPr>
            <p:spPr>
              <a:xfrm>
                <a:off x="37311853" y="7872971"/>
                <a:ext cx="3620224" cy="3550881"/>
              </a:xfrm>
              <a:prstGeom prst="rect">
                <a:avLst/>
              </a:prstGeom>
              <a:solidFill>
                <a:srgbClr val="ED7D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039" name="Picture 15" descr="sheep icon">
                <a:extLst>
                  <a:ext uri="{FF2B5EF4-FFF2-40B4-BE49-F238E27FC236}">
                    <a16:creationId xmlns:a16="http://schemas.microsoft.com/office/drawing/2014/main" id="{C230F396-B19F-4D6B-AC36-5C99708673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155232" y="7727068"/>
                <a:ext cx="4205812" cy="42058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A76CC8C-7843-4594-9125-F47EBE131AB1}"/>
              </a:ext>
            </a:extLst>
          </p:cNvPr>
          <p:cNvGrpSpPr/>
          <p:nvPr/>
        </p:nvGrpSpPr>
        <p:grpSpPr>
          <a:xfrm>
            <a:off x="24465681" y="16133572"/>
            <a:ext cx="1202222" cy="1202222"/>
            <a:chOff x="24465681" y="16133572"/>
            <a:chExt cx="1202222" cy="1202222"/>
          </a:xfrm>
        </p:grpSpPr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66F1857D-3921-42CC-97F0-A3801937DC4F}"/>
                </a:ext>
              </a:extLst>
            </p:cNvPr>
            <p:cNvSpPr/>
            <p:nvPr/>
          </p:nvSpPr>
          <p:spPr>
            <a:xfrm>
              <a:off x="24465681" y="16133572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Dog Path</a:t>
              </a:r>
            </a:p>
          </p:txBody>
        </p:sp>
        <p:pic>
          <p:nvPicPr>
            <p:cNvPr id="451" name="Picture 8" descr="route icon">
              <a:extLst>
                <a:ext uri="{FF2B5EF4-FFF2-40B4-BE49-F238E27FC236}">
                  <a16:creationId xmlns:a16="http://schemas.microsoft.com/office/drawing/2014/main" id="{14723E88-6568-4F6B-A03A-C92F1BB10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49427" y="16217317"/>
              <a:ext cx="1034730" cy="1034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CCF47508-1443-4772-97E5-CCBA061FD720}"/>
              </a:ext>
            </a:extLst>
          </p:cNvPr>
          <p:cNvGrpSpPr/>
          <p:nvPr/>
        </p:nvGrpSpPr>
        <p:grpSpPr>
          <a:xfrm>
            <a:off x="7170430" y="17929500"/>
            <a:ext cx="1202223" cy="1202223"/>
            <a:chOff x="7170430" y="17929498"/>
            <a:chExt cx="1202223" cy="1202223"/>
          </a:xfrm>
        </p:grpSpPr>
        <p:sp>
          <p:nvSpPr>
            <p:cNvPr id="640" name="Rectangle 639">
              <a:extLst>
                <a:ext uri="{FF2B5EF4-FFF2-40B4-BE49-F238E27FC236}">
                  <a16:creationId xmlns:a16="http://schemas.microsoft.com/office/drawing/2014/main" id="{3FE1B445-9075-4371-A111-A1F7402530B8}"/>
                </a:ext>
              </a:extLst>
            </p:cNvPr>
            <p:cNvSpPr/>
            <p:nvPr/>
          </p:nvSpPr>
          <p:spPr>
            <a:xfrm>
              <a:off x="7170430" y="17929498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Nav2</a:t>
              </a:r>
            </a:p>
          </p:txBody>
        </p:sp>
        <p:pic>
          <p:nvPicPr>
            <p:cNvPr id="452" name="Picture 8" descr="route icon">
              <a:extLst>
                <a:ext uri="{FF2B5EF4-FFF2-40B4-BE49-F238E27FC236}">
                  <a16:creationId xmlns:a16="http://schemas.microsoft.com/office/drawing/2014/main" id="{F801A14E-5BD4-425F-AA2D-060F2219BC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4176" y="18013243"/>
              <a:ext cx="1034730" cy="1034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09F08C04-F25C-4D53-9E64-29035F0D0006}"/>
              </a:ext>
            </a:extLst>
          </p:cNvPr>
          <p:cNvGrpSpPr/>
          <p:nvPr/>
        </p:nvGrpSpPr>
        <p:grpSpPr>
          <a:xfrm>
            <a:off x="9909782" y="15259774"/>
            <a:ext cx="1202223" cy="1202223"/>
            <a:chOff x="9909782" y="15370128"/>
            <a:chExt cx="1202223" cy="1202223"/>
          </a:xfrm>
        </p:grpSpPr>
        <p:sp>
          <p:nvSpPr>
            <p:cNvPr id="642" name="Rectangle 641">
              <a:extLst>
                <a:ext uri="{FF2B5EF4-FFF2-40B4-BE49-F238E27FC236}">
                  <a16:creationId xmlns:a16="http://schemas.microsoft.com/office/drawing/2014/main" id="{98BEDB35-A04D-4CBF-AEF4-A24D208EFD82}"/>
                </a:ext>
              </a:extLst>
            </p:cNvPr>
            <p:cNvSpPr/>
            <p:nvPr/>
          </p:nvSpPr>
          <p:spPr>
            <a:xfrm>
              <a:off x="9909782" y="15370128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Pose</a:t>
              </a:r>
            </a:p>
          </p:txBody>
        </p:sp>
        <p:pic>
          <p:nvPicPr>
            <p:cNvPr id="453" name="Picture 3" descr="map pin area icon">
              <a:extLst>
                <a:ext uri="{FF2B5EF4-FFF2-40B4-BE49-F238E27FC236}">
                  <a16:creationId xmlns:a16="http://schemas.microsoft.com/office/drawing/2014/main" id="{CE6D49B3-BF64-4B58-A427-2B2C8F7DF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50100" y="15510446"/>
              <a:ext cx="921587" cy="921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3F2E6F1-30DE-4D99-81E8-30D3218A9084}"/>
              </a:ext>
            </a:extLst>
          </p:cNvPr>
          <p:cNvGrpSpPr/>
          <p:nvPr/>
        </p:nvGrpSpPr>
        <p:grpSpPr>
          <a:xfrm>
            <a:off x="7170430" y="15259774"/>
            <a:ext cx="1202223" cy="1202223"/>
            <a:chOff x="7170430" y="15370128"/>
            <a:chExt cx="1202223" cy="1202223"/>
          </a:xfrm>
        </p:grpSpPr>
        <p:sp>
          <p:nvSpPr>
            <p:cNvPr id="639" name="Rectangle 638">
              <a:extLst>
                <a:ext uri="{FF2B5EF4-FFF2-40B4-BE49-F238E27FC236}">
                  <a16:creationId xmlns:a16="http://schemas.microsoft.com/office/drawing/2014/main" id="{7AA6B010-181F-48A9-9F77-7A278F385E62}"/>
                </a:ext>
              </a:extLst>
            </p:cNvPr>
            <p:cNvSpPr/>
            <p:nvPr/>
          </p:nvSpPr>
          <p:spPr>
            <a:xfrm>
              <a:off x="7170430" y="15370128"/>
              <a:ext cx="1202223" cy="12022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>
                  <a:solidFill>
                    <a:schemeClr val="tx1"/>
                  </a:solidFill>
                </a:rPr>
                <a:t>EKF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F1B6AF6-FF7C-4DDB-9B45-ACB7E63EC1C7}"/>
                </a:ext>
              </a:extLst>
            </p:cNvPr>
            <p:cNvGrpSpPr/>
            <p:nvPr/>
          </p:nvGrpSpPr>
          <p:grpSpPr>
            <a:xfrm>
              <a:off x="7269879" y="15449197"/>
              <a:ext cx="873092" cy="939964"/>
              <a:chOff x="7222615" y="15407084"/>
              <a:chExt cx="873092" cy="939964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8B7C82-B807-4CA4-B1B8-F9E2B06A085E}"/>
                  </a:ext>
                </a:extLst>
              </p:cNvPr>
              <p:cNvSpPr/>
              <p:nvPr/>
            </p:nvSpPr>
            <p:spPr>
              <a:xfrm rot="2485831">
                <a:off x="7222615" y="16071682"/>
                <a:ext cx="751060" cy="27536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4" name="Oval 453">
                <a:extLst>
                  <a:ext uri="{FF2B5EF4-FFF2-40B4-BE49-F238E27FC236}">
                    <a16:creationId xmlns:a16="http://schemas.microsoft.com/office/drawing/2014/main" id="{ED2C9B14-7A6D-42F0-B6BE-392B3EDA47F5}"/>
                  </a:ext>
                </a:extLst>
              </p:cNvPr>
              <p:cNvSpPr/>
              <p:nvPr/>
            </p:nvSpPr>
            <p:spPr>
              <a:xfrm rot="1672992">
                <a:off x="7609816" y="15951455"/>
                <a:ext cx="439658" cy="15495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5" name="Oval 454">
                <a:extLst>
                  <a:ext uri="{FF2B5EF4-FFF2-40B4-BE49-F238E27FC236}">
                    <a16:creationId xmlns:a16="http://schemas.microsoft.com/office/drawing/2014/main" id="{91BE6E0A-0561-4649-AFE7-5A05D418B452}"/>
                  </a:ext>
                </a:extLst>
              </p:cNvPr>
              <p:cNvSpPr/>
              <p:nvPr/>
            </p:nvSpPr>
            <p:spPr>
              <a:xfrm>
                <a:off x="7849588" y="15838765"/>
                <a:ext cx="228398" cy="949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456" name="Picture 8" descr="route icon">
                <a:extLst>
                  <a:ext uri="{FF2B5EF4-FFF2-40B4-BE49-F238E27FC236}">
                    <a16:creationId xmlns:a16="http://schemas.microsoft.com/office/drawing/2014/main" id="{9B4D4A1A-A90B-486C-B853-038E5D4C1B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022" t="5945" r="20467" b="66900"/>
              <a:stretch/>
            </p:blipFill>
            <p:spPr bwMode="auto">
              <a:xfrm>
                <a:off x="7808099" y="15407084"/>
                <a:ext cx="287608" cy="40029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096FF77-C520-47AA-A407-B16083E36691}"/>
              </a:ext>
            </a:extLst>
          </p:cNvPr>
          <p:cNvGrpSpPr/>
          <p:nvPr/>
        </p:nvGrpSpPr>
        <p:grpSpPr>
          <a:xfrm>
            <a:off x="4431080" y="16069153"/>
            <a:ext cx="1202223" cy="1202223"/>
            <a:chOff x="4431080" y="16069153"/>
            <a:chExt cx="1202223" cy="1202223"/>
          </a:xfrm>
        </p:grpSpPr>
        <p:sp>
          <p:nvSpPr>
            <p:cNvPr id="644" name="Rectangle 643">
              <a:extLst>
                <a:ext uri="{FF2B5EF4-FFF2-40B4-BE49-F238E27FC236}">
                  <a16:creationId xmlns:a16="http://schemas.microsoft.com/office/drawing/2014/main" id="{FF557E91-9FD8-4F88-A9F2-63343845209F}"/>
                </a:ext>
              </a:extLst>
            </p:cNvPr>
            <p:cNvSpPr/>
            <p:nvPr/>
          </p:nvSpPr>
          <p:spPr>
            <a:xfrm>
              <a:off x="4431080" y="16069153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RTK</a:t>
              </a:r>
            </a:p>
          </p:txBody>
        </p:sp>
        <p:pic>
          <p:nvPicPr>
            <p:cNvPr id="837" name="Graphic 836">
              <a:extLst>
                <a:ext uri="{FF2B5EF4-FFF2-40B4-BE49-F238E27FC236}">
                  <a16:creationId xmlns:a16="http://schemas.microsoft.com/office/drawing/2014/main" id="{69DE65A5-9ACB-4592-B6D3-F895BA91BA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22936" y="16161009"/>
              <a:ext cx="1018511" cy="1018511"/>
            </a:xfrm>
            <a:prstGeom prst="rect">
              <a:avLst/>
            </a:prstGeom>
          </p:spPr>
        </p:pic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54F0DB9C-65B0-42BE-8FD9-25FF546E2CA3}"/>
              </a:ext>
            </a:extLst>
          </p:cNvPr>
          <p:cNvGrpSpPr/>
          <p:nvPr/>
        </p:nvGrpSpPr>
        <p:grpSpPr>
          <a:xfrm>
            <a:off x="4431080" y="14450394"/>
            <a:ext cx="1202223" cy="1202223"/>
            <a:chOff x="4431080" y="14450394"/>
            <a:chExt cx="1202223" cy="1202223"/>
          </a:xfrm>
        </p:grpSpPr>
        <p:sp>
          <p:nvSpPr>
            <p:cNvPr id="643" name="Rectangle 642">
              <a:extLst>
                <a:ext uri="{FF2B5EF4-FFF2-40B4-BE49-F238E27FC236}">
                  <a16:creationId xmlns:a16="http://schemas.microsoft.com/office/drawing/2014/main" id="{4CAB6E9F-EDE6-4BD4-9549-4004198F08FF}"/>
                </a:ext>
              </a:extLst>
            </p:cNvPr>
            <p:cNvSpPr/>
            <p:nvPr/>
          </p:nvSpPr>
          <p:spPr>
            <a:xfrm>
              <a:off x="4431080" y="14450394"/>
              <a:ext cx="1202223" cy="12022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>
                  <a:solidFill>
                    <a:schemeClr val="tx1"/>
                  </a:solidFill>
                </a:rPr>
                <a:t>Magnetometer</a:t>
              </a:r>
            </a:p>
          </p:txBody>
        </p:sp>
        <p:pic>
          <p:nvPicPr>
            <p:cNvPr id="1046" name="Picture 22" descr="compass icon">
              <a:extLst>
                <a:ext uri="{FF2B5EF4-FFF2-40B4-BE49-F238E27FC236}">
                  <a16:creationId xmlns:a16="http://schemas.microsoft.com/office/drawing/2014/main" id="{A44AF2D3-ACFF-40A5-8E13-87E3451C93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0149" y="14559463"/>
              <a:ext cx="984085" cy="9840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65C94DF-C59A-40D6-9CE1-BA99882442BE}"/>
              </a:ext>
            </a:extLst>
          </p:cNvPr>
          <p:cNvGrpSpPr/>
          <p:nvPr/>
        </p:nvGrpSpPr>
        <p:grpSpPr>
          <a:xfrm>
            <a:off x="10886589" y="4512823"/>
            <a:ext cx="6871315" cy="6894965"/>
            <a:chOff x="10118745" y="4897208"/>
            <a:chExt cx="6871315" cy="6894965"/>
          </a:xfrm>
        </p:grpSpPr>
        <p:sp>
          <p:nvSpPr>
            <p:cNvPr id="514" name="Rectangle: Rounded Corners 513">
              <a:extLst>
                <a:ext uri="{FF2B5EF4-FFF2-40B4-BE49-F238E27FC236}">
                  <a16:creationId xmlns:a16="http://schemas.microsoft.com/office/drawing/2014/main" id="{AF2C9F08-6989-40F1-AF74-9C9F114DD3CD}"/>
                </a:ext>
              </a:extLst>
            </p:cNvPr>
            <p:cNvSpPr/>
            <p:nvPr/>
          </p:nvSpPr>
          <p:spPr>
            <a:xfrm>
              <a:off x="10118745" y="4897208"/>
              <a:ext cx="6871315" cy="689496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GB" sz="2800" b="1" dirty="0"/>
            </a:p>
          </p:txBody>
        </p:sp>
        <p:pic>
          <p:nvPicPr>
            <p:cNvPr id="515" name="Picture 514">
              <a:extLst>
                <a:ext uri="{FF2B5EF4-FFF2-40B4-BE49-F238E27FC236}">
                  <a16:creationId xmlns:a16="http://schemas.microsoft.com/office/drawing/2014/main" id="{D188E02F-41CE-46DB-9FFF-8BD4761B9E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2"/>
            <a:srcRect l="34273" t="32457" r="30998" b="31889"/>
            <a:stretch/>
          </p:blipFill>
          <p:spPr>
            <a:xfrm>
              <a:off x="13671736" y="8103476"/>
              <a:ext cx="2387506" cy="1838333"/>
            </a:xfrm>
            <a:prstGeom prst="rect">
              <a:avLst/>
            </a:prstGeom>
          </p:spPr>
        </p:pic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666209C6-CB76-4053-9170-D7EFB81C8D42}"/>
                </a:ext>
              </a:extLst>
            </p:cNvPr>
            <p:cNvGrpSpPr/>
            <p:nvPr/>
          </p:nvGrpSpPr>
          <p:grpSpPr>
            <a:xfrm>
              <a:off x="10238441" y="7662787"/>
              <a:ext cx="3019394" cy="3213111"/>
              <a:chOff x="18049964" y="10507736"/>
              <a:chExt cx="3019394" cy="3213111"/>
            </a:xfrm>
          </p:grpSpPr>
          <p:pic>
            <p:nvPicPr>
              <p:cNvPr id="615" name="Picture 614">
                <a:extLst>
                  <a:ext uri="{FF2B5EF4-FFF2-40B4-BE49-F238E27FC236}">
                    <a16:creationId xmlns:a16="http://schemas.microsoft.com/office/drawing/2014/main" id="{B484EEAC-422C-42B4-A31E-27E97CE8BFA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3">
                <a:extLst>
                  <a:ext uri="{BEBA8EAE-BF5A-486C-A8C5-ECC9F3942E4B}">
                    <a14:imgProps xmlns:a14="http://schemas.microsoft.com/office/drawing/2010/main">
                      <a14:imgLayer r:embed="rId54">
                        <a14:imgEffect>
                          <a14:backgroundRemoval t="9667" b="90000" l="10000" r="90000">
                            <a14:foregroundMark x1="51250" y1="51833" x2="52708" y2="48167"/>
                            <a14:foregroundMark x1="50000" y1="46667" x2="51667" y2="46333"/>
                            <a14:foregroundMark x1="68123" y1="61494" x2="65000" y2="63833"/>
                            <a14:foregroundMark x1="55625" y1="51667" x2="54896" y2="49667"/>
                            <a14:foregroundMark x1="48229" y1="70333" x2="51875" y2="81833"/>
                            <a14:foregroundMark x1="46771" y1="71333" x2="47917" y2="70667"/>
                            <a14:foregroundMark x1="62708" y1="58667" x2="63021" y2="61667"/>
                            <a14:foregroundMark x1="72083" y1="9667" x2="72083" y2="9833"/>
                            <a14:backgroundMark x1="61667" y1="39500" x2="63125" y2="38333"/>
                            <a14:backgroundMark x1="64583" y1="37667" x2="71667" y2="31000"/>
                            <a14:backgroundMark x1="65625" y1="36000" x2="60625" y2="40167"/>
                            <a14:backgroundMark x1="60625" y1="40167" x2="59583" y2="41667"/>
                            <a14:backgroundMark x1="57708" y1="43667" x2="60104" y2="46000"/>
                            <a14:backgroundMark x1="57708" y1="45167" x2="61042" y2="42500"/>
                            <a14:backgroundMark x1="57292" y1="44333" x2="57813" y2="46000"/>
                            <a14:backgroundMark x1="65104" y1="42667" x2="69688" y2="36500"/>
                            <a14:backgroundMark x1="69688" y1="36500" x2="75625" y2="32667"/>
                            <a14:backgroundMark x1="75625" y1="32667" x2="75833" y2="32667"/>
                            <a14:backgroundMark x1="66042" y1="38167" x2="70729" y2="32833"/>
                            <a14:backgroundMark x1="70729" y1="32833" x2="75625" y2="30167"/>
                            <a14:backgroundMark x1="75625" y1="30167" x2="80729" y2="35000"/>
                            <a14:backgroundMark x1="80729" y1="35000" x2="83125" y2="42667"/>
                            <a14:backgroundMark x1="83125" y1="42667" x2="78229" y2="60000"/>
                            <a14:backgroundMark x1="78229" y1="60000" x2="78125" y2="60000"/>
                            <a14:backgroundMark x1="67500" y1="65000" x2="70417" y2="62333"/>
                            <a14:backgroundMark x1="69583" y1="62500" x2="69063" y2="60500"/>
                            <a14:backgroundMark x1="69167" y1="61333" x2="68438" y2="60833"/>
                            <a14:backgroundMark x1="68750" y1="61500" x2="68229" y2="61000"/>
                            <a14:backgroundMark x1="66875" y1="65333" x2="68229" y2="64500"/>
                            <a14:backgroundMark x1="70938" y1="60333" x2="77292" y2="53833"/>
                            <a14:backgroundMark x1="77917" y1="53333" x2="74375" y2="59833"/>
                            <a14:backgroundMark x1="74375" y1="59833" x2="69167" y2="60500"/>
                            <a14:backgroundMark x1="69167" y1="60500" x2="69167" y2="60167"/>
                            <a14:backgroundMark x1="83229" y1="53000" x2="86042" y2="45500"/>
                            <a14:backgroundMark x1="86042" y1="45500" x2="81875" y2="31833"/>
                            <a14:backgroundMark x1="80521" y1="31833" x2="85417" y2="36833"/>
                            <a14:backgroundMark x1="85417" y1="36833" x2="88021" y2="44333"/>
                            <a14:backgroundMark x1="88021" y1="44333" x2="84583" y2="51167"/>
                            <a14:backgroundMark x1="84583" y1="51167" x2="86146" y2="41500"/>
                            <a14:backgroundMark x1="86146" y1="41500" x2="84792" y2="35667"/>
                            <a14:backgroundMark x1="85833" y1="42333" x2="83542" y2="50500"/>
                            <a14:backgroundMark x1="83542" y1="50500" x2="82500" y2="52333"/>
                            <a14:backgroundMark x1="68125" y1="61500" x2="68125" y2="61500"/>
                            <a14:backgroundMark x1="69063" y1="62167" x2="68125" y2="61500"/>
                            <a14:backgroundMark x1="51667" y1="57000" x2="52917" y2="56167"/>
                            <a14:backgroundMark x1="46563" y1="71333" x2="46563" y2="71333"/>
                            <a14:backgroundMark x1="46875" y1="71667" x2="46667" y2="71333"/>
                            <a14:backgroundMark x1="46875" y1="71333" x2="46771" y2="71167"/>
                          </a14:backgroundRemoval>
                        </a14:imgEffect>
                      </a14:imgLayer>
                    </a14:imgProps>
                  </a:ext>
                </a:extLst>
              </a:blip>
              <a:srcRect l="11841" t="6309" r="24825" b="9262"/>
              <a:stretch/>
            </p:blipFill>
            <p:spPr>
              <a:xfrm>
                <a:off x="18208715" y="11337466"/>
                <a:ext cx="2860643" cy="2383381"/>
              </a:xfrm>
              <a:prstGeom prst="rect">
                <a:avLst/>
              </a:prstGeom>
            </p:spPr>
          </p:pic>
          <p:pic>
            <p:nvPicPr>
              <p:cNvPr id="616" name="Picture 615">
                <a:extLst>
                  <a:ext uri="{FF2B5EF4-FFF2-40B4-BE49-F238E27FC236}">
                    <a16:creationId xmlns:a16="http://schemas.microsoft.com/office/drawing/2014/main" id="{249FF525-5C99-495B-A4FD-19EEB71AF72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9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rcRect l="18038" t="21854" r="17200" b="20410"/>
              <a:stretch/>
            </p:blipFill>
            <p:spPr>
              <a:xfrm>
                <a:off x="18049964" y="10507736"/>
                <a:ext cx="2164117" cy="1366953"/>
              </a:xfrm>
              <a:custGeom>
                <a:avLst/>
                <a:gdLst>
                  <a:gd name="connsiteX0" fmla="*/ -1 w 1508229"/>
                  <a:gd name="connsiteY0" fmla="*/ 0 h 1068579"/>
                  <a:gd name="connsiteX1" fmla="*/ 1514747 w 1508229"/>
                  <a:gd name="connsiteY1" fmla="*/ 0 h 1068579"/>
                  <a:gd name="connsiteX2" fmla="*/ 1514747 w 1508229"/>
                  <a:gd name="connsiteY2" fmla="*/ 1068580 h 1068579"/>
                  <a:gd name="connsiteX3" fmla="*/ -1 w 1508229"/>
                  <a:gd name="connsiteY3" fmla="*/ 1068580 h 106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8229" h="1068579">
                    <a:moveTo>
                      <a:pt x="-1" y="0"/>
                    </a:moveTo>
                    <a:lnTo>
                      <a:pt x="1514747" y="0"/>
                    </a:lnTo>
                    <a:lnTo>
                      <a:pt x="1514747" y="1068580"/>
                    </a:lnTo>
                    <a:lnTo>
                      <a:pt x="-1" y="1068580"/>
                    </a:lnTo>
                    <a:close/>
                  </a:path>
                </a:pathLst>
              </a:custGeom>
              <a:ln/>
            </p:spPr>
          </p:pic>
        </p:grpSp>
        <p:pic>
          <p:nvPicPr>
            <p:cNvPr id="517" name="Picture 516">
              <a:extLst>
                <a:ext uri="{FF2B5EF4-FFF2-40B4-BE49-F238E27FC236}">
                  <a16:creationId xmlns:a16="http://schemas.microsoft.com/office/drawing/2014/main" id="{9260C9A2-B6E4-49B0-9DB6-1FBBF347E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12593022" y="10690101"/>
              <a:ext cx="2860643" cy="828022"/>
            </a:xfrm>
            <a:prstGeom prst="rect">
              <a:avLst/>
            </a:prstGeom>
          </p:spPr>
        </p:pic>
        <p:pic>
          <p:nvPicPr>
            <p:cNvPr id="519" name="Picture 518">
              <a:extLst>
                <a:ext uri="{FF2B5EF4-FFF2-40B4-BE49-F238E27FC236}">
                  <a16:creationId xmlns:a16="http://schemas.microsoft.com/office/drawing/2014/main" id="{2C2D7F6F-0EE8-4307-A236-87951FA1B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BEBA8EAE-BF5A-486C-A8C5-ECC9F3942E4B}">
                  <a14:imgProps xmlns:a14="http://schemas.microsoft.com/office/drawing/2010/main">
                    <a14:imgLayer r:embed="rId57">
                      <a14:imgEffect>
                        <a14:backgroundRemoval t="4800" b="92400" l="6800" r="96400">
                          <a14:foregroundMark x1="11600" y1="68800" x2="28400" y2="26800"/>
                          <a14:foregroundMark x1="28400" y1="26800" x2="44400" y2="12800"/>
                          <a14:foregroundMark x1="44400" y1="12800" x2="83600" y2="30800"/>
                          <a14:foregroundMark x1="83600" y1="30800" x2="84400" y2="34400"/>
                          <a14:foregroundMark x1="29200" y1="4800" x2="34800" y2="8000"/>
                          <a14:foregroundMark x1="93200" y1="26800" x2="92000" y2="34000"/>
                          <a14:foregroundMark x1="60400" y1="72000" x2="34800" y2="64400"/>
                          <a14:foregroundMark x1="34800" y1="64400" x2="55600" y2="68800"/>
                          <a14:foregroundMark x1="55600" y1="68800" x2="35200" y2="62000"/>
                          <a14:foregroundMark x1="35200" y1="62000" x2="57200" y2="69600"/>
                          <a14:foregroundMark x1="57200" y1="69600" x2="36800" y2="60800"/>
                          <a14:foregroundMark x1="36800" y1="60800" x2="54800" y2="70800"/>
                          <a14:foregroundMark x1="54800" y1="70800" x2="22000" y2="58800"/>
                          <a14:foregroundMark x1="30400" y1="57200" x2="26800" y2="59200"/>
                          <a14:foregroundMark x1="58000" y1="70400" x2="64000" y2="72800"/>
                          <a14:foregroundMark x1="70000" y1="92400" x2="57600" y2="88800"/>
                          <a14:foregroundMark x1="6800" y1="70800" x2="7600" y2="62800"/>
                          <a14:foregroundMark x1="96400" y1="27200" x2="96000" y2="2840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4868857" y="9340039"/>
              <a:ext cx="1479014" cy="1479014"/>
            </a:xfrm>
            <a:prstGeom prst="rect">
              <a:avLst/>
            </a:prstGeom>
          </p:spPr>
        </p:pic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319E10DE-26F1-4874-9F88-E82D8940FAC5}"/>
                </a:ext>
              </a:extLst>
            </p:cNvPr>
            <p:cNvGrpSpPr/>
            <p:nvPr/>
          </p:nvGrpSpPr>
          <p:grpSpPr>
            <a:xfrm>
              <a:off x="12604694" y="5265508"/>
              <a:ext cx="3916529" cy="2770169"/>
              <a:chOff x="-1721432" y="-1217570"/>
              <a:chExt cx="46246626" cy="32710351"/>
            </a:xfrm>
          </p:grpSpPr>
          <p:sp>
            <p:nvSpPr>
              <p:cNvPr id="461" name="Rectangle: Rounded Corners 460">
                <a:extLst>
                  <a:ext uri="{FF2B5EF4-FFF2-40B4-BE49-F238E27FC236}">
                    <a16:creationId xmlns:a16="http://schemas.microsoft.com/office/drawing/2014/main" id="{B666A01C-4A30-4AFD-8578-F156A871C204}"/>
                  </a:ext>
                </a:extLst>
              </p:cNvPr>
              <p:cNvSpPr/>
              <p:nvPr/>
            </p:nvSpPr>
            <p:spPr>
              <a:xfrm>
                <a:off x="-1721432" y="-1217570"/>
                <a:ext cx="46246626" cy="32710351"/>
              </a:xfrm>
              <a:prstGeom prst="roundRect">
                <a:avLst>
                  <a:gd name="adj" fmla="val 12156"/>
                </a:avLst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462" name="Group 461">
                <a:extLst>
                  <a:ext uri="{FF2B5EF4-FFF2-40B4-BE49-F238E27FC236}">
                    <a16:creationId xmlns:a16="http://schemas.microsoft.com/office/drawing/2014/main" id="{80392E69-2BEF-434D-AC9D-398768A94160}"/>
                  </a:ext>
                </a:extLst>
              </p:cNvPr>
              <p:cNvGrpSpPr/>
              <p:nvPr/>
            </p:nvGrpSpPr>
            <p:grpSpPr>
              <a:xfrm>
                <a:off x="732217" y="1268793"/>
                <a:ext cx="39966728" cy="28135153"/>
                <a:chOff x="732217" y="1268793"/>
                <a:chExt cx="39966728" cy="28135153"/>
              </a:xfrm>
            </p:grpSpPr>
            <p:sp>
              <p:nvSpPr>
                <p:cNvPr id="463" name="Rectangle 462">
                  <a:extLst>
                    <a:ext uri="{FF2B5EF4-FFF2-40B4-BE49-F238E27FC236}">
                      <a16:creationId xmlns:a16="http://schemas.microsoft.com/office/drawing/2014/main" id="{751BC97D-F1A0-4AA8-9A3F-B4DD587C341F}"/>
                    </a:ext>
                  </a:extLst>
                </p:cNvPr>
                <p:cNvSpPr/>
                <p:nvPr/>
              </p:nvSpPr>
              <p:spPr>
                <a:xfrm>
                  <a:off x="20388755" y="23120562"/>
                  <a:ext cx="12033823" cy="5040935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64" name="Rectangle 463">
                  <a:extLst>
                    <a:ext uri="{FF2B5EF4-FFF2-40B4-BE49-F238E27FC236}">
                      <a16:creationId xmlns:a16="http://schemas.microsoft.com/office/drawing/2014/main" id="{17314529-D9DE-4FF6-977F-FC5D10300006}"/>
                    </a:ext>
                  </a:extLst>
                </p:cNvPr>
                <p:cNvSpPr/>
                <p:nvPr/>
              </p:nvSpPr>
              <p:spPr>
                <a:xfrm>
                  <a:off x="20388755" y="28014853"/>
                  <a:ext cx="12033823" cy="597908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en-GB" sz="3600" b="1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465" name="Rectangle 464">
                  <a:extLst>
                    <a:ext uri="{FF2B5EF4-FFF2-40B4-BE49-F238E27FC236}">
                      <a16:creationId xmlns:a16="http://schemas.microsoft.com/office/drawing/2014/main" id="{F3909A9E-4745-4957-B371-0DDB2A0C8EB1}"/>
                    </a:ext>
                  </a:extLst>
                </p:cNvPr>
                <p:cNvSpPr/>
                <p:nvPr/>
              </p:nvSpPr>
              <p:spPr>
                <a:xfrm>
                  <a:off x="20388753" y="20724500"/>
                  <a:ext cx="6517060" cy="2547836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66" name="Rectangle 465">
                  <a:extLst>
                    <a:ext uri="{FF2B5EF4-FFF2-40B4-BE49-F238E27FC236}">
                      <a16:creationId xmlns:a16="http://schemas.microsoft.com/office/drawing/2014/main" id="{A9EE0037-46F4-4013-B91F-88798768B92B}"/>
                    </a:ext>
                  </a:extLst>
                </p:cNvPr>
                <p:cNvSpPr/>
                <p:nvPr/>
              </p:nvSpPr>
              <p:spPr>
                <a:xfrm>
                  <a:off x="16962792" y="20709448"/>
                  <a:ext cx="3082019" cy="352425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68" name="Rectangle 467">
                  <a:extLst>
                    <a:ext uri="{FF2B5EF4-FFF2-40B4-BE49-F238E27FC236}">
                      <a16:creationId xmlns:a16="http://schemas.microsoft.com/office/drawing/2014/main" id="{39B42E3C-E198-4A77-B0B0-3AF88720D316}"/>
                    </a:ext>
                  </a:extLst>
                </p:cNvPr>
                <p:cNvSpPr/>
                <p:nvPr/>
              </p:nvSpPr>
              <p:spPr>
                <a:xfrm>
                  <a:off x="5910561" y="6813012"/>
                  <a:ext cx="3360140" cy="358091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69" name="Rectangle 468">
                  <a:extLst>
                    <a:ext uri="{FF2B5EF4-FFF2-40B4-BE49-F238E27FC236}">
                      <a16:creationId xmlns:a16="http://schemas.microsoft.com/office/drawing/2014/main" id="{4294DD17-5564-4B6B-8928-E567CFF8912F}"/>
                    </a:ext>
                  </a:extLst>
                </p:cNvPr>
                <p:cNvSpPr/>
                <p:nvPr/>
              </p:nvSpPr>
              <p:spPr>
                <a:xfrm>
                  <a:off x="2114143" y="5639441"/>
                  <a:ext cx="3575764" cy="472468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0" name="Rectangle 469">
                  <a:extLst>
                    <a:ext uri="{FF2B5EF4-FFF2-40B4-BE49-F238E27FC236}">
                      <a16:creationId xmlns:a16="http://schemas.microsoft.com/office/drawing/2014/main" id="{69EEEF4B-7177-428B-A58D-BE6977A83E2A}"/>
                    </a:ext>
                  </a:extLst>
                </p:cNvPr>
                <p:cNvSpPr/>
                <p:nvPr/>
              </p:nvSpPr>
              <p:spPr>
                <a:xfrm>
                  <a:off x="19639345" y="5586460"/>
                  <a:ext cx="10753858" cy="59790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en-GB" sz="3600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471" name="Rectangle 470">
                  <a:extLst>
                    <a:ext uri="{FF2B5EF4-FFF2-40B4-BE49-F238E27FC236}">
                      <a16:creationId xmlns:a16="http://schemas.microsoft.com/office/drawing/2014/main" id="{1A40B4D9-079F-4866-BAFB-AC14CECD0622}"/>
                    </a:ext>
                  </a:extLst>
                </p:cNvPr>
                <p:cNvSpPr/>
                <p:nvPr/>
              </p:nvSpPr>
              <p:spPr>
                <a:xfrm>
                  <a:off x="19359176" y="6115655"/>
                  <a:ext cx="11034027" cy="204192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2" name="Rectangle 471">
                  <a:extLst>
                    <a:ext uri="{FF2B5EF4-FFF2-40B4-BE49-F238E27FC236}">
                      <a16:creationId xmlns:a16="http://schemas.microsoft.com/office/drawing/2014/main" id="{711C765B-A086-4657-93E4-1B7C96642B57}"/>
                    </a:ext>
                  </a:extLst>
                </p:cNvPr>
                <p:cNvSpPr/>
                <p:nvPr/>
              </p:nvSpPr>
              <p:spPr>
                <a:xfrm>
                  <a:off x="19359176" y="3222021"/>
                  <a:ext cx="3316643" cy="403312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3" name="Rectangle 472">
                  <a:extLst>
                    <a:ext uri="{FF2B5EF4-FFF2-40B4-BE49-F238E27FC236}">
                      <a16:creationId xmlns:a16="http://schemas.microsoft.com/office/drawing/2014/main" id="{D37926F7-740C-45AF-884B-8F45DAB25014}"/>
                    </a:ext>
                  </a:extLst>
                </p:cNvPr>
                <p:cNvSpPr/>
                <p:nvPr/>
              </p:nvSpPr>
              <p:spPr>
                <a:xfrm>
                  <a:off x="23430175" y="1268793"/>
                  <a:ext cx="3036474" cy="181948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5" name="Rectangle 474">
                  <a:extLst>
                    <a:ext uri="{FF2B5EF4-FFF2-40B4-BE49-F238E27FC236}">
                      <a16:creationId xmlns:a16="http://schemas.microsoft.com/office/drawing/2014/main" id="{4AACA317-3E95-43A9-9B3A-D0AEAC59C3F5}"/>
                    </a:ext>
                  </a:extLst>
                </p:cNvPr>
                <p:cNvSpPr/>
                <p:nvPr/>
              </p:nvSpPr>
              <p:spPr>
                <a:xfrm>
                  <a:off x="23430175" y="3417064"/>
                  <a:ext cx="3036474" cy="181948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6" name="Rectangle 475">
                  <a:extLst>
                    <a:ext uri="{FF2B5EF4-FFF2-40B4-BE49-F238E27FC236}">
                      <a16:creationId xmlns:a16="http://schemas.microsoft.com/office/drawing/2014/main" id="{0B2E8C99-9526-46BF-BB9D-8C2538C928F2}"/>
                    </a:ext>
                  </a:extLst>
                </p:cNvPr>
                <p:cNvSpPr/>
                <p:nvPr/>
              </p:nvSpPr>
              <p:spPr>
                <a:xfrm>
                  <a:off x="26921281" y="1268793"/>
                  <a:ext cx="3471921" cy="181948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7" name="Rectangle 476">
                  <a:extLst>
                    <a:ext uri="{FF2B5EF4-FFF2-40B4-BE49-F238E27FC236}">
                      <a16:creationId xmlns:a16="http://schemas.microsoft.com/office/drawing/2014/main" id="{7DEA3FD9-C694-461B-AE09-E6230AD9E4B3}"/>
                    </a:ext>
                  </a:extLst>
                </p:cNvPr>
                <p:cNvSpPr/>
                <p:nvPr/>
              </p:nvSpPr>
              <p:spPr>
                <a:xfrm>
                  <a:off x="29365123" y="19137753"/>
                  <a:ext cx="3245376" cy="2036993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8" name="Rectangle 477">
                  <a:extLst>
                    <a:ext uri="{FF2B5EF4-FFF2-40B4-BE49-F238E27FC236}">
                      <a16:creationId xmlns:a16="http://schemas.microsoft.com/office/drawing/2014/main" id="{0815AAD0-9E57-4B9B-8AF7-43C17DF5D93E}"/>
                    </a:ext>
                  </a:extLst>
                </p:cNvPr>
                <p:cNvSpPr/>
                <p:nvPr/>
              </p:nvSpPr>
              <p:spPr>
                <a:xfrm>
                  <a:off x="12484263" y="15901964"/>
                  <a:ext cx="3360140" cy="3580917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79" name="Rectangle 478">
                  <a:extLst>
                    <a:ext uri="{FF2B5EF4-FFF2-40B4-BE49-F238E27FC236}">
                      <a16:creationId xmlns:a16="http://schemas.microsoft.com/office/drawing/2014/main" id="{6B1CA637-C869-4509-8C23-B77ED0A1F734}"/>
                    </a:ext>
                  </a:extLst>
                </p:cNvPr>
                <p:cNvSpPr/>
                <p:nvPr/>
              </p:nvSpPr>
              <p:spPr>
                <a:xfrm>
                  <a:off x="732217" y="12809033"/>
                  <a:ext cx="2822473" cy="161876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80" name="Rectangle 479">
                  <a:extLst>
                    <a:ext uri="{FF2B5EF4-FFF2-40B4-BE49-F238E27FC236}">
                      <a16:creationId xmlns:a16="http://schemas.microsoft.com/office/drawing/2014/main" id="{AD1C20BF-3559-40DF-B626-773531ABE08A}"/>
                    </a:ext>
                  </a:extLst>
                </p:cNvPr>
                <p:cNvSpPr/>
                <p:nvPr/>
              </p:nvSpPr>
              <p:spPr>
                <a:xfrm>
                  <a:off x="759077" y="18856485"/>
                  <a:ext cx="2822473" cy="1618761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 dirty="0"/>
                </a:p>
              </p:txBody>
            </p:sp>
            <p:sp>
              <p:nvSpPr>
                <p:cNvPr id="481" name="Rectangle 480">
                  <a:extLst>
                    <a:ext uri="{FF2B5EF4-FFF2-40B4-BE49-F238E27FC236}">
                      <a16:creationId xmlns:a16="http://schemas.microsoft.com/office/drawing/2014/main" id="{B287589A-655E-41A4-99AF-56C7F76EE5D7}"/>
                    </a:ext>
                  </a:extLst>
                </p:cNvPr>
                <p:cNvSpPr/>
                <p:nvPr/>
              </p:nvSpPr>
              <p:spPr>
                <a:xfrm>
                  <a:off x="33545216" y="24455630"/>
                  <a:ext cx="7153729" cy="4725370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 dirty="0"/>
                </a:p>
              </p:txBody>
            </p:sp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23FFCE70-ED4A-4029-B33A-E1073F698913}"/>
                    </a:ext>
                  </a:extLst>
                </p:cNvPr>
                <p:cNvSpPr/>
                <p:nvPr/>
              </p:nvSpPr>
              <p:spPr>
                <a:xfrm>
                  <a:off x="33545216" y="22461025"/>
                  <a:ext cx="3214479" cy="2445106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83" name="Rectangle 482">
                  <a:extLst>
                    <a:ext uri="{FF2B5EF4-FFF2-40B4-BE49-F238E27FC236}">
                      <a16:creationId xmlns:a16="http://schemas.microsoft.com/office/drawing/2014/main" id="{992CDCF6-ECE1-4E5C-8F5E-505276E293D8}"/>
                    </a:ext>
                  </a:extLst>
                </p:cNvPr>
                <p:cNvSpPr/>
                <p:nvPr/>
              </p:nvSpPr>
              <p:spPr>
                <a:xfrm>
                  <a:off x="33545216" y="28806038"/>
                  <a:ext cx="7153729" cy="597908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en-GB" sz="3600" b="1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485" name="Rectangle 484">
                  <a:extLst>
                    <a:ext uri="{FF2B5EF4-FFF2-40B4-BE49-F238E27FC236}">
                      <a16:creationId xmlns:a16="http://schemas.microsoft.com/office/drawing/2014/main" id="{F298C201-DEFA-464E-BA2A-252A729B6E1A}"/>
                    </a:ext>
                  </a:extLst>
                </p:cNvPr>
                <p:cNvSpPr/>
                <p:nvPr/>
              </p:nvSpPr>
              <p:spPr>
                <a:xfrm>
                  <a:off x="26673105" y="13224940"/>
                  <a:ext cx="3568701" cy="4367013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87" name="Rectangle 486">
                  <a:extLst>
                    <a:ext uri="{FF2B5EF4-FFF2-40B4-BE49-F238E27FC236}">
                      <a16:creationId xmlns:a16="http://schemas.microsoft.com/office/drawing/2014/main" id="{BD362CC2-AA6A-4578-B62B-410A2A40B6A5}"/>
                    </a:ext>
                  </a:extLst>
                </p:cNvPr>
                <p:cNvSpPr/>
                <p:nvPr/>
              </p:nvSpPr>
              <p:spPr>
                <a:xfrm>
                  <a:off x="23998707" y="15658280"/>
                  <a:ext cx="10070289" cy="1933673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88" name="Rectangle 487">
                  <a:extLst>
                    <a:ext uri="{FF2B5EF4-FFF2-40B4-BE49-F238E27FC236}">
                      <a16:creationId xmlns:a16="http://schemas.microsoft.com/office/drawing/2014/main" id="{7FB35646-2503-446A-8599-4E26AE6E68C2}"/>
                    </a:ext>
                  </a:extLst>
                </p:cNvPr>
                <p:cNvSpPr/>
                <p:nvPr/>
              </p:nvSpPr>
              <p:spPr>
                <a:xfrm>
                  <a:off x="23998711" y="17414462"/>
                  <a:ext cx="10070285" cy="597908"/>
                </a:xfrm>
                <a:prstGeom prst="rect">
                  <a:avLst/>
                </a:prstGeom>
                <a:solidFill>
                  <a:srgbClr val="E9DBF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en-GB" sz="3600" b="1" dirty="0">
                    <a:solidFill>
                      <a:srgbClr val="7030A0"/>
                    </a:solidFill>
                  </a:endParaRPr>
                </a:p>
              </p:txBody>
            </p:sp>
            <p:cxnSp>
              <p:nvCxnSpPr>
                <p:cNvPr id="489" name="Connector: Elbow 488">
                  <a:extLst>
                    <a:ext uri="{FF2B5EF4-FFF2-40B4-BE49-F238E27FC236}">
                      <a16:creationId xmlns:a16="http://schemas.microsoft.com/office/drawing/2014/main" id="{410A527F-A011-4E8F-BE3F-619BB6E1F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7894946" y="17335794"/>
                  <a:ext cx="1810773" cy="2793320"/>
                </a:xfrm>
                <a:prstGeom prst="bentConnector2">
                  <a:avLst/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Connector: Elbow 491">
                  <a:extLst>
                    <a:ext uri="{FF2B5EF4-FFF2-40B4-BE49-F238E27FC236}">
                      <a16:creationId xmlns:a16="http://schemas.microsoft.com/office/drawing/2014/main" id="{D5A6C0A9-8B90-4A99-B773-D22B4A0AC7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1416335" y="17506322"/>
                  <a:ext cx="3820984" cy="3479929"/>
                </a:xfrm>
                <a:prstGeom prst="bentConnector3">
                  <a:avLst>
                    <a:gd name="adj1" fmla="val 50000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3" name="Rectangle 492">
                  <a:extLst>
                    <a:ext uri="{FF2B5EF4-FFF2-40B4-BE49-F238E27FC236}">
                      <a16:creationId xmlns:a16="http://schemas.microsoft.com/office/drawing/2014/main" id="{F4D776D5-5069-4CF6-B66E-9B7A19CD758B}"/>
                    </a:ext>
                  </a:extLst>
                </p:cNvPr>
                <p:cNvSpPr/>
                <p:nvPr/>
              </p:nvSpPr>
              <p:spPr>
                <a:xfrm>
                  <a:off x="28721669" y="9160148"/>
                  <a:ext cx="8218665" cy="2695173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494" name="Rectangle 493">
                  <a:extLst>
                    <a:ext uri="{FF2B5EF4-FFF2-40B4-BE49-F238E27FC236}">
                      <a16:creationId xmlns:a16="http://schemas.microsoft.com/office/drawing/2014/main" id="{2853B0E8-34F8-470E-AEB7-B303F57A2307}"/>
                    </a:ext>
                  </a:extLst>
                </p:cNvPr>
                <p:cNvSpPr/>
                <p:nvPr/>
              </p:nvSpPr>
              <p:spPr>
                <a:xfrm>
                  <a:off x="32242018" y="11663466"/>
                  <a:ext cx="8276973" cy="262332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cxnSp>
              <p:nvCxnSpPr>
                <p:cNvPr id="495" name="Connector: Elbow 494">
                  <a:extLst>
                    <a:ext uri="{FF2B5EF4-FFF2-40B4-BE49-F238E27FC236}">
                      <a16:creationId xmlns:a16="http://schemas.microsoft.com/office/drawing/2014/main" id="{BB1244AE-0DAE-4F21-8855-9287751DD1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1077668" y="7030498"/>
                  <a:ext cx="6079929" cy="7483120"/>
                </a:xfrm>
                <a:prstGeom prst="bentConnector3">
                  <a:avLst>
                    <a:gd name="adj1" fmla="val 31827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Connector: Elbow 496">
                  <a:extLst>
                    <a:ext uri="{FF2B5EF4-FFF2-40B4-BE49-F238E27FC236}">
                      <a16:creationId xmlns:a16="http://schemas.microsoft.com/office/drawing/2014/main" id="{D30471EC-D71B-4978-9146-C0D3EA3C4C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637582" y="13025146"/>
                  <a:ext cx="3207012" cy="15641972"/>
                </a:xfrm>
                <a:prstGeom prst="bentConnector4">
                  <a:avLst>
                    <a:gd name="adj1" fmla="val -128306"/>
                    <a:gd name="adj2" fmla="val 107550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Connector: Elbow 497">
                  <a:extLst>
                    <a:ext uri="{FF2B5EF4-FFF2-40B4-BE49-F238E27FC236}">
                      <a16:creationId xmlns:a16="http://schemas.microsoft.com/office/drawing/2014/main" id="{F0E83412-469E-482E-B6F1-16841157DE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27702433" y="7724878"/>
                  <a:ext cx="2296052" cy="2321189"/>
                </a:xfrm>
                <a:prstGeom prst="bentConnector3">
                  <a:avLst>
                    <a:gd name="adj1" fmla="val 44358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Connector: Elbow 498">
                  <a:extLst>
                    <a:ext uri="{FF2B5EF4-FFF2-40B4-BE49-F238E27FC236}">
                      <a16:creationId xmlns:a16="http://schemas.microsoft.com/office/drawing/2014/main" id="{8EEC68A5-6F0D-4CE8-8866-AF5576027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31897343" y="25926879"/>
                  <a:ext cx="1374292" cy="4106186"/>
                </a:xfrm>
                <a:prstGeom prst="bentConnector3">
                  <a:avLst>
                    <a:gd name="adj1" fmla="val -84226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Connector: Elbow 499">
                  <a:extLst>
                    <a:ext uri="{FF2B5EF4-FFF2-40B4-BE49-F238E27FC236}">
                      <a16:creationId xmlns:a16="http://schemas.microsoft.com/office/drawing/2014/main" id="{7F433869-1619-4629-A528-0E6AAB84AC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31407783" y="19629273"/>
                  <a:ext cx="2128847" cy="4330752"/>
                </a:xfrm>
                <a:prstGeom prst="bentConnector3">
                  <a:avLst>
                    <a:gd name="adj1" fmla="val 50000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Connector: Elbow 500">
                  <a:extLst>
                    <a:ext uri="{FF2B5EF4-FFF2-40B4-BE49-F238E27FC236}">
                      <a16:creationId xmlns:a16="http://schemas.microsoft.com/office/drawing/2014/main" id="{01D38262-4151-4149-8141-627CFE8D5F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27548498" y="20129114"/>
                  <a:ext cx="2157220" cy="3565870"/>
                </a:xfrm>
                <a:prstGeom prst="bentConnector2">
                  <a:avLst/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Connector: Elbow 501">
                  <a:extLst>
                    <a:ext uri="{FF2B5EF4-FFF2-40B4-BE49-F238E27FC236}">
                      <a16:creationId xmlns:a16="http://schemas.microsoft.com/office/drawing/2014/main" id="{017E9A2D-825C-4B12-9C7E-672594E28125}"/>
                    </a:ext>
                  </a:extLst>
                </p:cNvPr>
                <p:cNvCxnSpPr>
                  <a:cxnSpLocks/>
                  <a:stCxn id="466" idx="0"/>
                  <a:endCxn id="478" idx="2"/>
                </p:cNvCxnSpPr>
                <p:nvPr/>
              </p:nvCxnSpPr>
              <p:spPr>
                <a:xfrm rot="16200000" flipV="1">
                  <a:off x="15720785" y="17926430"/>
                  <a:ext cx="1226567" cy="4339469"/>
                </a:xfrm>
                <a:prstGeom prst="bentConnector3">
                  <a:avLst>
                    <a:gd name="adj1" fmla="val 50000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Connector: Elbow 502">
                  <a:extLst>
                    <a:ext uri="{FF2B5EF4-FFF2-40B4-BE49-F238E27FC236}">
                      <a16:creationId xmlns:a16="http://schemas.microsoft.com/office/drawing/2014/main" id="{B8578ACD-F667-4027-ABC2-30FFFC2929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28038154" y="13075832"/>
                  <a:ext cx="5051421" cy="1105618"/>
                </a:xfrm>
                <a:prstGeom prst="bentConnector3">
                  <a:avLst>
                    <a:gd name="adj1" fmla="val 73561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4" name="Rectangle 503">
                  <a:extLst>
                    <a:ext uri="{FF2B5EF4-FFF2-40B4-BE49-F238E27FC236}">
                      <a16:creationId xmlns:a16="http://schemas.microsoft.com/office/drawing/2014/main" id="{4E42735A-65CC-4F9B-9FD1-B49C78868909}"/>
                    </a:ext>
                  </a:extLst>
                </p:cNvPr>
                <p:cNvSpPr/>
                <p:nvPr/>
              </p:nvSpPr>
              <p:spPr>
                <a:xfrm>
                  <a:off x="3986473" y="14110898"/>
                  <a:ext cx="8211895" cy="537198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GB" sz="2800" b="1"/>
                </a:p>
              </p:txBody>
            </p:sp>
            <p:sp>
              <p:nvSpPr>
                <p:cNvPr id="505" name="Rectangle 504">
                  <a:extLst>
                    <a:ext uri="{FF2B5EF4-FFF2-40B4-BE49-F238E27FC236}">
                      <a16:creationId xmlns:a16="http://schemas.microsoft.com/office/drawing/2014/main" id="{C0DCDFBA-B093-4FBF-AA3F-5BF987A98176}"/>
                    </a:ext>
                  </a:extLst>
                </p:cNvPr>
                <p:cNvSpPr/>
                <p:nvPr/>
              </p:nvSpPr>
              <p:spPr>
                <a:xfrm>
                  <a:off x="3986473" y="13878030"/>
                  <a:ext cx="8211895" cy="50331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en-GB" sz="3600" b="1" dirty="0">
                    <a:solidFill>
                      <a:schemeClr val="accent4">
                        <a:lumMod val="75000"/>
                      </a:schemeClr>
                    </a:solidFill>
                  </a:endParaRPr>
                </a:p>
              </p:txBody>
            </p:sp>
            <p:cxnSp>
              <p:nvCxnSpPr>
                <p:cNvPr id="506" name="Connector: Elbow 505">
                  <a:extLst>
                    <a:ext uri="{FF2B5EF4-FFF2-40B4-BE49-F238E27FC236}">
                      <a16:creationId xmlns:a16="http://schemas.microsoft.com/office/drawing/2014/main" id="{F1BCFE6D-45AC-4954-8E91-8C4866E96B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7646974" y="9915017"/>
                  <a:ext cx="6318198" cy="6573702"/>
                </a:xfrm>
                <a:prstGeom prst="bentConnector3">
                  <a:avLst>
                    <a:gd name="adj1" fmla="val 59045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Connector: Elbow 506">
                  <a:extLst>
                    <a:ext uri="{FF2B5EF4-FFF2-40B4-BE49-F238E27FC236}">
                      <a16:creationId xmlns:a16="http://schemas.microsoft.com/office/drawing/2014/main" id="{6F8AEE4A-5AA4-446C-AA37-868A5468B713}"/>
                    </a:ext>
                  </a:extLst>
                </p:cNvPr>
                <p:cNvCxnSpPr>
                  <a:cxnSpLocks/>
                  <a:endCxn id="472" idx="0"/>
                </p:cNvCxnSpPr>
                <p:nvPr/>
              </p:nvCxnSpPr>
              <p:spPr>
                <a:xfrm flipH="1" flipV="1">
                  <a:off x="21017498" y="3222021"/>
                  <a:ext cx="16827096" cy="9803125"/>
                </a:xfrm>
                <a:prstGeom prst="bentConnector4">
                  <a:avLst>
                    <a:gd name="adj1" fmla="val -24001"/>
                    <a:gd name="adj2" fmla="val 126428"/>
                  </a:avLst>
                </a:prstGeom>
                <a:ln w="41275">
                  <a:solidFill>
                    <a:schemeClr val="accent6">
                      <a:lumMod val="75000"/>
                      <a:alpha val="20000"/>
                    </a:schemeClr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377" name="Picture 15" descr="sheep icon">
            <a:extLst>
              <a:ext uri="{FF2B5EF4-FFF2-40B4-BE49-F238E27FC236}">
                <a16:creationId xmlns:a16="http://schemas.microsoft.com/office/drawing/2014/main" id="{66E1D037-1CC4-4929-9180-4AE96FCC8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1546" y="14902594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" name="Picture 15" descr="sheep icon">
            <a:extLst>
              <a:ext uri="{FF2B5EF4-FFF2-40B4-BE49-F238E27FC236}">
                <a16:creationId xmlns:a16="http://schemas.microsoft.com/office/drawing/2014/main" id="{C26EA011-3420-4A83-8272-7129F0D42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075691" y="14902594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9" name="Picture 15" descr="sheep icon">
            <a:extLst>
              <a:ext uri="{FF2B5EF4-FFF2-40B4-BE49-F238E27FC236}">
                <a16:creationId xmlns:a16="http://schemas.microsoft.com/office/drawing/2014/main" id="{5AC82F3C-3E39-4E38-83D1-4466E25BC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3518" y="10912576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0" name="Picture 15" descr="sheep icon">
            <a:extLst>
              <a:ext uri="{FF2B5EF4-FFF2-40B4-BE49-F238E27FC236}">
                <a16:creationId xmlns:a16="http://schemas.microsoft.com/office/drawing/2014/main" id="{0DB42ECA-50DE-4A20-85C9-CB5CF9C6B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9277663" y="10912576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3" name="Picture 15" descr="sheep icon">
            <a:extLst>
              <a:ext uri="{FF2B5EF4-FFF2-40B4-BE49-F238E27FC236}">
                <a16:creationId xmlns:a16="http://schemas.microsoft.com/office/drawing/2014/main" id="{FFD9A294-C057-46BC-ACBA-353099FD5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441519" y="10912576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" name="Picture 15" descr="sheep icon">
            <a:extLst>
              <a:ext uri="{FF2B5EF4-FFF2-40B4-BE49-F238E27FC236}">
                <a16:creationId xmlns:a16="http://schemas.microsoft.com/office/drawing/2014/main" id="{792CEF62-EF54-4169-8E2B-310FD0E1B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6918" y="2471242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6" name="Picture 15" descr="sheep icon">
            <a:extLst>
              <a:ext uri="{FF2B5EF4-FFF2-40B4-BE49-F238E27FC236}">
                <a16:creationId xmlns:a16="http://schemas.microsoft.com/office/drawing/2014/main" id="{7D0EA56C-91AE-4DFD-B2BB-45171BBA3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521063" y="2471242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11EC7396-0411-4180-974B-8AE63D54DDD2}"/>
              </a:ext>
            </a:extLst>
          </p:cNvPr>
          <p:cNvGrpSpPr/>
          <p:nvPr/>
        </p:nvGrpSpPr>
        <p:grpSpPr>
          <a:xfrm>
            <a:off x="19774961" y="6414661"/>
            <a:ext cx="1282441" cy="1351796"/>
            <a:chOff x="19774961" y="6414661"/>
            <a:chExt cx="1282441" cy="1351796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D1793EE1-5F0E-43FE-B237-45FCE6800335}"/>
                </a:ext>
              </a:extLst>
            </p:cNvPr>
            <p:cNvSpPr/>
            <p:nvPr/>
          </p:nvSpPr>
          <p:spPr>
            <a:xfrm>
              <a:off x="19774961" y="6529870"/>
              <a:ext cx="1202222" cy="120222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Path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E47A452-EE35-4D1B-872B-E9951D943D20}"/>
                </a:ext>
              </a:extLst>
            </p:cNvPr>
            <p:cNvGrpSpPr/>
            <p:nvPr/>
          </p:nvGrpSpPr>
          <p:grpSpPr>
            <a:xfrm>
              <a:off x="19890783" y="6414661"/>
              <a:ext cx="1166619" cy="1351796"/>
              <a:chOff x="19911775" y="6415854"/>
              <a:chExt cx="1166619" cy="1351796"/>
            </a:xfrm>
          </p:grpSpPr>
          <p:pic>
            <p:nvPicPr>
              <p:cNvPr id="1043" name="Picture 19" descr="path icon">
                <a:extLst>
                  <a:ext uri="{FF2B5EF4-FFF2-40B4-BE49-F238E27FC236}">
                    <a16:creationId xmlns:a16="http://schemas.microsoft.com/office/drawing/2014/main" id="{323D0842-0834-4639-A62C-AB6F406EC4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774923" flipH="1" flipV="1">
                <a:off x="19911775" y="6918572"/>
                <a:ext cx="849076" cy="849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6" name="Picture 4" descr="drone icon">
                <a:extLst>
                  <a:ext uri="{FF2B5EF4-FFF2-40B4-BE49-F238E27FC236}">
                    <a16:creationId xmlns:a16="http://schemas.microsoft.com/office/drawing/2014/main" id="{E344638A-00C0-4C8D-891F-0C3A932DAB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70392" y="6415854"/>
                <a:ext cx="908002" cy="9080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077" name="Picture 5" descr="drone icon">
            <a:extLst>
              <a:ext uri="{FF2B5EF4-FFF2-40B4-BE49-F238E27FC236}">
                <a16:creationId xmlns:a16="http://schemas.microsoft.com/office/drawing/2014/main" id="{5D090B16-CA09-461A-8929-89E6F6725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2308" y="9422125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" name="Picture 5" descr="drone icon">
            <a:extLst>
              <a:ext uri="{FF2B5EF4-FFF2-40B4-BE49-F238E27FC236}">
                <a16:creationId xmlns:a16="http://schemas.microsoft.com/office/drawing/2014/main" id="{8B6EA951-4931-4C3B-921B-DBED35F8F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4125" y="944394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" name="Picture 5" descr="drone icon">
            <a:extLst>
              <a:ext uri="{FF2B5EF4-FFF2-40B4-BE49-F238E27FC236}">
                <a16:creationId xmlns:a16="http://schemas.microsoft.com/office/drawing/2014/main" id="{B6DA8398-E1A6-49CC-9C5D-DC3DAD73B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6910" y="13540998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8" name="Picture 3" descr="dog robot icon">
            <a:extLst>
              <a:ext uri="{FF2B5EF4-FFF2-40B4-BE49-F238E27FC236}">
                <a16:creationId xmlns:a16="http://schemas.microsoft.com/office/drawing/2014/main" id="{C0AC1DC9-A2DE-4339-8EC0-21540F742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412053" y="4866160"/>
            <a:ext cx="806807" cy="83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0" name="Picture 15" descr="sheep icon">
            <a:extLst>
              <a:ext uri="{FF2B5EF4-FFF2-40B4-BE49-F238E27FC236}">
                <a16:creationId xmlns:a16="http://schemas.microsoft.com/office/drawing/2014/main" id="{E39CDC55-4FBD-4E5D-AF3B-54C9617AB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4438" y="19974230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1" name="Picture 15" descr="sheep icon">
            <a:extLst>
              <a:ext uri="{FF2B5EF4-FFF2-40B4-BE49-F238E27FC236}">
                <a16:creationId xmlns:a16="http://schemas.microsoft.com/office/drawing/2014/main" id="{75F9C44E-5CE3-4353-BB33-DAEFF9FE3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521252" y="19974230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6" name="Picture 15" descr="sheep icon">
            <a:extLst>
              <a:ext uri="{FF2B5EF4-FFF2-40B4-BE49-F238E27FC236}">
                <a16:creationId xmlns:a16="http://schemas.microsoft.com/office/drawing/2014/main" id="{8A74AAB4-6A99-4EC5-970A-92CE08BA3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973955" y="18385072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7" name="Picture 5" descr="drone icon">
            <a:extLst>
              <a:ext uri="{FF2B5EF4-FFF2-40B4-BE49-F238E27FC236}">
                <a16:creationId xmlns:a16="http://schemas.microsoft.com/office/drawing/2014/main" id="{AABA6EF2-7B08-407D-886A-1196CA10E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3198" y="18056603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" name="Picture 15" descr="sheep icon">
            <a:extLst>
              <a:ext uri="{FF2B5EF4-FFF2-40B4-BE49-F238E27FC236}">
                <a16:creationId xmlns:a16="http://schemas.microsoft.com/office/drawing/2014/main" id="{1AF8AD56-243A-4CD1-AD67-D5B377C83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3473" y="22366252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3" name="Picture 5" descr="drone icon">
            <a:extLst>
              <a:ext uri="{FF2B5EF4-FFF2-40B4-BE49-F238E27FC236}">
                <a16:creationId xmlns:a16="http://schemas.microsoft.com/office/drawing/2014/main" id="{B0DEBEC2-42D1-4A02-A639-7D4EFA3AAC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27" y="4651978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8" name="Picture 3" descr="dog robot icon">
            <a:extLst>
              <a:ext uri="{FF2B5EF4-FFF2-40B4-BE49-F238E27FC236}">
                <a16:creationId xmlns:a16="http://schemas.microsoft.com/office/drawing/2014/main" id="{C2CC7207-C668-4843-AA9C-278244944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209905" y="13151773"/>
            <a:ext cx="806807" cy="83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53D2B061-C982-4A68-AB6F-07F793F56623}"/>
              </a:ext>
            </a:extLst>
          </p:cNvPr>
          <p:cNvCxnSpPr>
            <a:cxnSpLocks/>
            <a:stCxn id="251" idx="2"/>
            <a:endCxn id="267" idx="0"/>
          </p:cNvCxnSpPr>
          <p:nvPr/>
        </p:nvCxnSpPr>
        <p:spPr>
          <a:xfrm flipH="1">
            <a:off x="24349522" y="4990776"/>
            <a:ext cx="14877" cy="1544447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Connector: Elbow 703">
            <a:extLst>
              <a:ext uri="{FF2B5EF4-FFF2-40B4-BE49-F238E27FC236}">
                <a16:creationId xmlns:a16="http://schemas.microsoft.com/office/drawing/2014/main" id="{7AF9750F-D156-4536-8F4F-B25CCD17D0B3}"/>
              </a:ext>
            </a:extLst>
          </p:cNvPr>
          <p:cNvCxnSpPr>
            <a:cxnSpLocks/>
            <a:stCxn id="273" idx="3"/>
            <a:endCxn id="251" idx="1"/>
          </p:cNvCxnSpPr>
          <p:nvPr/>
        </p:nvCxnSpPr>
        <p:spPr>
          <a:xfrm flipV="1">
            <a:off x="20977183" y="4389664"/>
            <a:ext cx="2786105" cy="2741318"/>
          </a:xfrm>
          <a:prstGeom prst="bentConnector3">
            <a:avLst>
              <a:gd name="adj1" fmla="val 76048"/>
            </a:avLst>
          </a:prstGeom>
          <a:ln w="76200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: Elbow 259">
            <a:extLst>
              <a:ext uri="{FF2B5EF4-FFF2-40B4-BE49-F238E27FC236}">
                <a16:creationId xmlns:a16="http://schemas.microsoft.com/office/drawing/2014/main" id="{58F2F745-DDAC-457B-AFA2-62F6DC519B00}"/>
              </a:ext>
            </a:extLst>
          </p:cNvPr>
          <p:cNvCxnSpPr>
            <a:cxnSpLocks/>
            <a:stCxn id="251" idx="2"/>
            <a:endCxn id="271" idx="0"/>
          </p:cNvCxnSpPr>
          <p:nvPr/>
        </p:nvCxnSpPr>
        <p:spPr>
          <a:xfrm rot="16200000" flipH="1">
            <a:off x="25254909" y="4100266"/>
            <a:ext cx="1544447" cy="3325466"/>
          </a:xfrm>
          <a:prstGeom prst="bentConnector3">
            <a:avLst>
              <a:gd name="adj1" fmla="val 74929"/>
            </a:avLst>
          </a:prstGeom>
          <a:ln w="76200">
            <a:solidFill>
              <a:schemeClr val="accent5">
                <a:lumMod val="7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: Elbow 274">
            <a:extLst>
              <a:ext uri="{FF2B5EF4-FFF2-40B4-BE49-F238E27FC236}">
                <a16:creationId xmlns:a16="http://schemas.microsoft.com/office/drawing/2014/main" id="{2C15595B-35FB-472A-826B-E02EE900DFF2}"/>
              </a:ext>
            </a:extLst>
          </p:cNvPr>
          <p:cNvCxnSpPr>
            <a:cxnSpLocks/>
            <a:stCxn id="267" idx="2"/>
            <a:endCxn id="612" idx="1"/>
          </p:cNvCxnSpPr>
          <p:nvPr/>
        </p:nvCxnSpPr>
        <p:spPr>
          <a:xfrm rot="16200000" flipH="1">
            <a:off x="25534249" y="6552719"/>
            <a:ext cx="920489" cy="3289943"/>
          </a:xfrm>
          <a:prstGeom prst="bentConnector2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: Elbow 291">
            <a:extLst>
              <a:ext uri="{FF2B5EF4-FFF2-40B4-BE49-F238E27FC236}">
                <a16:creationId xmlns:a16="http://schemas.microsoft.com/office/drawing/2014/main" id="{1DC794F3-147C-4755-A85B-D0FC3B9252EA}"/>
              </a:ext>
            </a:extLst>
          </p:cNvPr>
          <p:cNvCxnSpPr>
            <a:cxnSpLocks/>
            <a:stCxn id="612" idx="3"/>
            <a:endCxn id="833" idx="0"/>
          </p:cNvCxnSpPr>
          <p:nvPr/>
        </p:nvCxnSpPr>
        <p:spPr>
          <a:xfrm>
            <a:off x="27740265" y="8657936"/>
            <a:ext cx="2270789" cy="1375563"/>
          </a:xfrm>
          <a:prstGeom prst="bentConnector2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: Elbow 372">
            <a:extLst>
              <a:ext uri="{FF2B5EF4-FFF2-40B4-BE49-F238E27FC236}">
                <a16:creationId xmlns:a16="http://schemas.microsoft.com/office/drawing/2014/main" id="{E31CC55D-F439-49BA-930C-04180C5E5E78}"/>
              </a:ext>
            </a:extLst>
          </p:cNvPr>
          <p:cNvCxnSpPr>
            <a:cxnSpLocks/>
            <a:stCxn id="594" idx="1"/>
            <a:endCxn id="274" idx="0"/>
          </p:cNvCxnSpPr>
          <p:nvPr/>
        </p:nvCxnSpPr>
        <p:spPr>
          <a:xfrm rot="10800000" flipV="1">
            <a:off x="20376072" y="549169"/>
            <a:ext cx="21927604" cy="3208024"/>
          </a:xfrm>
          <a:prstGeom prst="bentConnector2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8CC4BE2-7898-4714-A5E6-94BE075361FC}"/>
              </a:ext>
            </a:extLst>
          </p:cNvPr>
          <p:cNvGrpSpPr/>
          <p:nvPr/>
        </p:nvGrpSpPr>
        <p:grpSpPr>
          <a:xfrm>
            <a:off x="27293832" y="13696534"/>
            <a:ext cx="1282441" cy="1351796"/>
            <a:chOff x="27325106" y="13696534"/>
            <a:chExt cx="1282441" cy="1351796"/>
          </a:xfrm>
        </p:grpSpPr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9DDC449A-B986-4DF2-B203-409DE218756F}"/>
                </a:ext>
              </a:extLst>
            </p:cNvPr>
            <p:cNvSpPr/>
            <p:nvPr/>
          </p:nvSpPr>
          <p:spPr>
            <a:xfrm>
              <a:off x="27325106" y="13812023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>
                  <a:solidFill>
                    <a:schemeClr val="tx1"/>
                  </a:solidFill>
                </a:rPr>
                <a:t>Drone</a:t>
              </a:r>
              <a:br>
                <a:rPr lang="en-GB" sz="2800" b="1">
                  <a:solidFill>
                    <a:schemeClr val="tx1"/>
                  </a:solidFill>
                </a:rPr>
              </a:br>
              <a:r>
                <a:rPr lang="en-GB" sz="2800" b="1">
                  <a:solidFill>
                    <a:schemeClr val="tx1"/>
                  </a:solidFill>
                </a:rPr>
                <a:t>Path</a:t>
              </a:r>
            </a:p>
          </p:txBody>
        </p:sp>
        <p:grpSp>
          <p:nvGrpSpPr>
            <p:cNvPr id="459" name="Group 458">
              <a:extLst>
                <a:ext uri="{FF2B5EF4-FFF2-40B4-BE49-F238E27FC236}">
                  <a16:creationId xmlns:a16="http://schemas.microsoft.com/office/drawing/2014/main" id="{D9D97CF0-B09E-4065-ADF2-27AE5978491A}"/>
                </a:ext>
              </a:extLst>
            </p:cNvPr>
            <p:cNvGrpSpPr/>
            <p:nvPr/>
          </p:nvGrpSpPr>
          <p:grpSpPr>
            <a:xfrm>
              <a:off x="27440928" y="13696534"/>
              <a:ext cx="1166619" cy="1351796"/>
              <a:chOff x="19911775" y="6415854"/>
              <a:chExt cx="1166619" cy="1351796"/>
            </a:xfrm>
          </p:grpSpPr>
          <p:pic>
            <p:nvPicPr>
              <p:cNvPr id="511" name="Picture 19" descr="path icon">
                <a:extLst>
                  <a:ext uri="{FF2B5EF4-FFF2-40B4-BE49-F238E27FC236}">
                    <a16:creationId xmlns:a16="http://schemas.microsoft.com/office/drawing/2014/main" id="{C7597477-092F-4546-B6FB-66C2FCBAEE6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1774923" flipH="1" flipV="1">
                <a:off x="19911775" y="6918572"/>
                <a:ext cx="849076" cy="84907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4" name="Picture 4" descr="drone icon">
                <a:extLst>
                  <a:ext uri="{FF2B5EF4-FFF2-40B4-BE49-F238E27FC236}">
                    <a16:creationId xmlns:a16="http://schemas.microsoft.com/office/drawing/2014/main" id="{4EE85B37-9A1A-4361-981D-CBCF9502BD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70392" y="6415854"/>
                <a:ext cx="908002" cy="9080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7F99E3A-6747-449F-8B50-B14AC04C763E}"/>
              </a:ext>
            </a:extLst>
          </p:cNvPr>
          <p:cNvGrpSpPr/>
          <p:nvPr/>
        </p:nvGrpSpPr>
        <p:grpSpPr>
          <a:xfrm>
            <a:off x="27293832" y="16133572"/>
            <a:ext cx="1202222" cy="1202222"/>
            <a:chOff x="27293832" y="16133572"/>
            <a:chExt cx="1202222" cy="1202222"/>
          </a:xfrm>
        </p:grpSpPr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9A3F1720-890C-4082-940E-ED88B470774A}"/>
                </a:ext>
              </a:extLst>
            </p:cNvPr>
            <p:cNvSpPr/>
            <p:nvPr/>
          </p:nvSpPr>
          <p:spPr>
            <a:xfrm>
              <a:off x="27293832" y="16133572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Unity Sim</a:t>
              </a:r>
            </a:p>
          </p:txBody>
        </p:sp>
        <p:sp>
          <p:nvSpPr>
            <p:cNvPr id="57" name="Graphic 403">
              <a:extLst>
                <a:ext uri="{FF2B5EF4-FFF2-40B4-BE49-F238E27FC236}">
                  <a16:creationId xmlns:a16="http://schemas.microsoft.com/office/drawing/2014/main" id="{90484B14-A5AF-423E-9CB2-A9DC9A414DE4}"/>
                </a:ext>
              </a:extLst>
            </p:cNvPr>
            <p:cNvSpPr/>
            <p:nvPr/>
          </p:nvSpPr>
          <p:spPr>
            <a:xfrm>
              <a:off x="27443911" y="16314774"/>
              <a:ext cx="818285" cy="839819"/>
            </a:xfrm>
            <a:custGeom>
              <a:avLst/>
              <a:gdLst>
                <a:gd name="connsiteX0" fmla="*/ 401371 w 818285"/>
                <a:gd name="connsiteY0" fmla="*/ 95324 h 839818"/>
                <a:gd name="connsiteX1" fmla="*/ 735341 w 818285"/>
                <a:gd name="connsiteY1" fmla="*/ 7268 h 839818"/>
                <a:gd name="connsiteX2" fmla="*/ 825544 w 818285"/>
                <a:gd name="connsiteY2" fmla="*/ 340163 h 839818"/>
                <a:gd name="connsiteX3" fmla="*/ 775073 w 818285"/>
                <a:gd name="connsiteY3" fmla="*/ 427145 h 839818"/>
                <a:gd name="connsiteX4" fmla="*/ 825544 w 818285"/>
                <a:gd name="connsiteY4" fmla="*/ 515201 h 839818"/>
                <a:gd name="connsiteX5" fmla="*/ 736413 w 818285"/>
                <a:gd name="connsiteY5" fmla="*/ 847022 h 839818"/>
                <a:gd name="connsiteX6" fmla="*/ 402445 w 818285"/>
                <a:gd name="connsiteY6" fmla="*/ 756819 h 839818"/>
                <a:gd name="connsiteX7" fmla="*/ 353049 w 818285"/>
                <a:gd name="connsiteY7" fmla="*/ 670910 h 839818"/>
                <a:gd name="connsiteX8" fmla="*/ 252107 w 818285"/>
                <a:gd name="connsiteY8" fmla="*/ 670910 h 839818"/>
                <a:gd name="connsiteX9" fmla="*/ 7268 w 818285"/>
                <a:gd name="connsiteY9" fmla="*/ 426070 h 839818"/>
                <a:gd name="connsiteX10" fmla="*/ 252107 w 818285"/>
                <a:gd name="connsiteY10" fmla="*/ 183380 h 839818"/>
                <a:gd name="connsiteX11" fmla="*/ 351975 w 818285"/>
                <a:gd name="connsiteY11" fmla="*/ 183380 h 839818"/>
                <a:gd name="connsiteX12" fmla="*/ 401371 w 818285"/>
                <a:gd name="connsiteY12" fmla="*/ 95324 h 839818"/>
                <a:gd name="connsiteX13" fmla="*/ 617217 w 818285"/>
                <a:gd name="connsiteY13" fmla="*/ 130762 h 839818"/>
                <a:gd name="connsiteX14" fmla="*/ 359492 w 818285"/>
                <a:gd name="connsiteY14" fmla="*/ 196266 h 839818"/>
                <a:gd name="connsiteX15" fmla="*/ 173715 w 818285"/>
                <a:gd name="connsiteY15" fmla="*/ 383117 h 839818"/>
                <a:gd name="connsiteX16" fmla="*/ 471173 w 818285"/>
                <a:gd name="connsiteY16" fmla="*/ 387413 h 839818"/>
                <a:gd name="connsiteX17" fmla="*/ 617217 w 818285"/>
                <a:gd name="connsiteY17" fmla="*/ 130762 h 839818"/>
                <a:gd name="connsiteX18" fmla="*/ 689164 w 818285"/>
                <a:gd name="connsiteY18" fmla="*/ 172641 h 839818"/>
                <a:gd name="connsiteX19" fmla="*/ 540973 w 818285"/>
                <a:gd name="connsiteY19" fmla="*/ 424998 h 839818"/>
                <a:gd name="connsiteX20" fmla="*/ 688092 w 818285"/>
                <a:gd name="connsiteY20" fmla="*/ 682723 h 839818"/>
                <a:gd name="connsiteX21" fmla="*/ 760038 w 818285"/>
                <a:gd name="connsiteY21" fmla="*/ 426070 h 839818"/>
                <a:gd name="connsiteX22" fmla="*/ 689164 w 818285"/>
                <a:gd name="connsiteY22" fmla="*/ 172641 h 839818"/>
                <a:gd name="connsiteX23" fmla="*/ 179084 w 818285"/>
                <a:gd name="connsiteY23" fmla="*/ 466877 h 839818"/>
                <a:gd name="connsiteX24" fmla="*/ 360564 w 818285"/>
                <a:gd name="connsiteY24" fmla="*/ 655875 h 839818"/>
                <a:gd name="connsiteX25" fmla="*/ 621511 w 818285"/>
                <a:gd name="connsiteY25" fmla="*/ 726751 h 839818"/>
                <a:gd name="connsiteX26" fmla="*/ 471173 w 818285"/>
                <a:gd name="connsiteY26" fmla="*/ 467951 h 839818"/>
                <a:gd name="connsiteX27" fmla="*/ 179084 w 818285"/>
                <a:gd name="connsiteY27" fmla="*/ 466877 h 83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18285" h="839818">
                  <a:moveTo>
                    <a:pt x="401371" y="95324"/>
                  </a:moveTo>
                  <a:lnTo>
                    <a:pt x="735341" y="7268"/>
                  </a:lnTo>
                  <a:lnTo>
                    <a:pt x="825544" y="340163"/>
                  </a:lnTo>
                  <a:lnTo>
                    <a:pt x="775073" y="427145"/>
                  </a:lnTo>
                  <a:lnTo>
                    <a:pt x="825544" y="515201"/>
                  </a:lnTo>
                  <a:lnTo>
                    <a:pt x="736413" y="847022"/>
                  </a:lnTo>
                  <a:lnTo>
                    <a:pt x="402445" y="756819"/>
                  </a:lnTo>
                  <a:lnTo>
                    <a:pt x="353049" y="670910"/>
                  </a:lnTo>
                  <a:lnTo>
                    <a:pt x="252107" y="670910"/>
                  </a:lnTo>
                  <a:lnTo>
                    <a:pt x="7268" y="426070"/>
                  </a:lnTo>
                  <a:lnTo>
                    <a:pt x="252107" y="183380"/>
                  </a:lnTo>
                  <a:lnTo>
                    <a:pt x="351975" y="183380"/>
                  </a:lnTo>
                  <a:lnTo>
                    <a:pt x="401371" y="95324"/>
                  </a:lnTo>
                  <a:close/>
                  <a:moveTo>
                    <a:pt x="617217" y="130762"/>
                  </a:moveTo>
                  <a:lnTo>
                    <a:pt x="359492" y="196266"/>
                  </a:lnTo>
                  <a:lnTo>
                    <a:pt x="173715" y="383117"/>
                  </a:lnTo>
                  <a:lnTo>
                    <a:pt x="471173" y="387413"/>
                  </a:lnTo>
                  <a:lnTo>
                    <a:pt x="617217" y="130762"/>
                  </a:lnTo>
                  <a:close/>
                  <a:moveTo>
                    <a:pt x="689164" y="172641"/>
                  </a:moveTo>
                  <a:lnTo>
                    <a:pt x="540973" y="424998"/>
                  </a:lnTo>
                  <a:lnTo>
                    <a:pt x="688092" y="682723"/>
                  </a:lnTo>
                  <a:lnTo>
                    <a:pt x="760038" y="426070"/>
                  </a:lnTo>
                  <a:lnTo>
                    <a:pt x="689164" y="172641"/>
                  </a:lnTo>
                  <a:close/>
                  <a:moveTo>
                    <a:pt x="179084" y="466877"/>
                  </a:moveTo>
                  <a:lnTo>
                    <a:pt x="360564" y="655875"/>
                  </a:lnTo>
                  <a:lnTo>
                    <a:pt x="621511" y="726751"/>
                  </a:lnTo>
                  <a:lnTo>
                    <a:pt x="471173" y="467951"/>
                  </a:lnTo>
                  <a:lnTo>
                    <a:pt x="179084" y="466877"/>
                  </a:lnTo>
                  <a:close/>
                </a:path>
              </a:pathLst>
            </a:custGeom>
            <a:solidFill>
              <a:srgbClr val="000000"/>
            </a:solidFill>
            <a:ln w="428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65977234-4222-4EC0-AFAA-4A2BF457B101}"/>
              </a:ext>
            </a:extLst>
          </p:cNvPr>
          <p:cNvGrpSpPr/>
          <p:nvPr/>
        </p:nvGrpSpPr>
        <p:grpSpPr>
          <a:xfrm>
            <a:off x="37390910" y="25161984"/>
            <a:ext cx="1202222" cy="1202222"/>
            <a:chOff x="37390910" y="25161984"/>
            <a:chExt cx="1202222" cy="1202222"/>
          </a:xfrm>
        </p:grpSpPr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BFF39675-8239-48F5-B100-A51BEB928675}"/>
                </a:ext>
              </a:extLst>
            </p:cNvPr>
            <p:cNvSpPr/>
            <p:nvPr/>
          </p:nvSpPr>
          <p:spPr>
            <a:xfrm>
              <a:off x="37390910" y="25161984"/>
              <a:ext cx="1202222" cy="1202222"/>
            </a:xfrm>
            <a:prstGeom prst="rect">
              <a:avLst/>
            </a:prstGeom>
            <a:solidFill>
              <a:srgbClr val="8F45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N-Second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Simulation</a:t>
              </a:r>
            </a:p>
          </p:txBody>
        </p:sp>
        <p:sp>
          <p:nvSpPr>
            <p:cNvPr id="219" name="Graphic 264">
              <a:extLst>
                <a:ext uri="{FF2B5EF4-FFF2-40B4-BE49-F238E27FC236}">
                  <a16:creationId xmlns:a16="http://schemas.microsoft.com/office/drawing/2014/main" id="{0664909D-3B16-4A35-9577-E36F4E43F5C2}"/>
                </a:ext>
              </a:extLst>
            </p:cNvPr>
            <p:cNvSpPr/>
            <p:nvPr/>
          </p:nvSpPr>
          <p:spPr>
            <a:xfrm>
              <a:off x="37532548" y="25343186"/>
              <a:ext cx="818285" cy="839819"/>
            </a:xfrm>
            <a:custGeom>
              <a:avLst/>
              <a:gdLst>
                <a:gd name="connsiteX0" fmla="*/ 401371 w 818285"/>
                <a:gd name="connsiteY0" fmla="*/ 95324 h 839818"/>
                <a:gd name="connsiteX1" fmla="*/ 735341 w 818285"/>
                <a:gd name="connsiteY1" fmla="*/ 7268 h 839818"/>
                <a:gd name="connsiteX2" fmla="*/ 825544 w 818285"/>
                <a:gd name="connsiteY2" fmla="*/ 340163 h 839818"/>
                <a:gd name="connsiteX3" fmla="*/ 775073 w 818285"/>
                <a:gd name="connsiteY3" fmla="*/ 427145 h 839818"/>
                <a:gd name="connsiteX4" fmla="*/ 825544 w 818285"/>
                <a:gd name="connsiteY4" fmla="*/ 515201 h 839818"/>
                <a:gd name="connsiteX5" fmla="*/ 736413 w 818285"/>
                <a:gd name="connsiteY5" fmla="*/ 847022 h 839818"/>
                <a:gd name="connsiteX6" fmla="*/ 402445 w 818285"/>
                <a:gd name="connsiteY6" fmla="*/ 756819 h 839818"/>
                <a:gd name="connsiteX7" fmla="*/ 353049 w 818285"/>
                <a:gd name="connsiteY7" fmla="*/ 670910 h 839818"/>
                <a:gd name="connsiteX8" fmla="*/ 252107 w 818285"/>
                <a:gd name="connsiteY8" fmla="*/ 670910 h 839818"/>
                <a:gd name="connsiteX9" fmla="*/ 7268 w 818285"/>
                <a:gd name="connsiteY9" fmla="*/ 426070 h 839818"/>
                <a:gd name="connsiteX10" fmla="*/ 252107 w 818285"/>
                <a:gd name="connsiteY10" fmla="*/ 183380 h 839818"/>
                <a:gd name="connsiteX11" fmla="*/ 351975 w 818285"/>
                <a:gd name="connsiteY11" fmla="*/ 183380 h 839818"/>
                <a:gd name="connsiteX12" fmla="*/ 401371 w 818285"/>
                <a:gd name="connsiteY12" fmla="*/ 95324 h 839818"/>
                <a:gd name="connsiteX13" fmla="*/ 617217 w 818285"/>
                <a:gd name="connsiteY13" fmla="*/ 130762 h 839818"/>
                <a:gd name="connsiteX14" fmla="*/ 359492 w 818285"/>
                <a:gd name="connsiteY14" fmla="*/ 196266 h 839818"/>
                <a:gd name="connsiteX15" fmla="*/ 173715 w 818285"/>
                <a:gd name="connsiteY15" fmla="*/ 383117 h 839818"/>
                <a:gd name="connsiteX16" fmla="*/ 471173 w 818285"/>
                <a:gd name="connsiteY16" fmla="*/ 387413 h 839818"/>
                <a:gd name="connsiteX17" fmla="*/ 617217 w 818285"/>
                <a:gd name="connsiteY17" fmla="*/ 130762 h 839818"/>
                <a:gd name="connsiteX18" fmla="*/ 689164 w 818285"/>
                <a:gd name="connsiteY18" fmla="*/ 172641 h 839818"/>
                <a:gd name="connsiteX19" fmla="*/ 540973 w 818285"/>
                <a:gd name="connsiteY19" fmla="*/ 424998 h 839818"/>
                <a:gd name="connsiteX20" fmla="*/ 688092 w 818285"/>
                <a:gd name="connsiteY20" fmla="*/ 682723 h 839818"/>
                <a:gd name="connsiteX21" fmla="*/ 760038 w 818285"/>
                <a:gd name="connsiteY21" fmla="*/ 426070 h 839818"/>
                <a:gd name="connsiteX22" fmla="*/ 689164 w 818285"/>
                <a:gd name="connsiteY22" fmla="*/ 172641 h 839818"/>
                <a:gd name="connsiteX23" fmla="*/ 179084 w 818285"/>
                <a:gd name="connsiteY23" fmla="*/ 466877 h 839818"/>
                <a:gd name="connsiteX24" fmla="*/ 360564 w 818285"/>
                <a:gd name="connsiteY24" fmla="*/ 655875 h 839818"/>
                <a:gd name="connsiteX25" fmla="*/ 621511 w 818285"/>
                <a:gd name="connsiteY25" fmla="*/ 726751 h 839818"/>
                <a:gd name="connsiteX26" fmla="*/ 471173 w 818285"/>
                <a:gd name="connsiteY26" fmla="*/ 467951 h 839818"/>
                <a:gd name="connsiteX27" fmla="*/ 179084 w 818285"/>
                <a:gd name="connsiteY27" fmla="*/ 466877 h 83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18285" h="839818">
                  <a:moveTo>
                    <a:pt x="401371" y="95324"/>
                  </a:moveTo>
                  <a:lnTo>
                    <a:pt x="735341" y="7268"/>
                  </a:lnTo>
                  <a:lnTo>
                    <a:pt x="825544" y="340163"/>
                  </a:lnTo>
                  <a:lnTo>
                    <a:pt x="775073" y="427145"/>
                  </a:lnTo>
                  <a:lnTo>
                    <a:pt x="825544" y="515201"/>
                  </a:lnTo>
                  <a:lnTo>
                    <a:pt x="736413" y="847022"/>
                  </a:lnTo>
                  <a:lnTo>
                    <a:pt x="402445" y="756819"/>
                  </a:lnTo>
                  <a:lnTo>
                    <a:pt x="353049" y="670910"/>
                  </a:lnTo>
                  <a:lnTo>
                    <a:pt x="252107" y="670910"/>
                  </a:lnTo>
                  <a:lnTo>
                    <a:pt x="7268" y="426070"/>
                  </a:lnTo>
                  <a:lnTo>
                    <a:pt x="252107" y="183380"/>
                  </a:lnTo>
                  <a:lnTo>
                    <a:pt x="351975" y="183380"/>
                  </a:lnTo>
                  <a:lnTo>
                    <a:pt x="401371" y="95324"/>
                  </a:lnTo>
                  <a:close/>
                  <a:moveTo>
                    <a:pt x="617217" y="130762"/>
                  </a:moveTo>
                  <a:lnTo>
                    <a:pt x="359492" y="196266"/>
                  </a:lnTo>
                  <a:lnTo>
                    <a:pt x="173715" y="383117"/>
                  </a:lnTo>
                  <a:lnTo>
                    <a:pt x="471173" y="387413"/>
                  </a:lnTo>
                  <a:lnTo>
                    <a:pt x="617217" y="130762"/>
                  </a:lnTo>
                  <a:close/>
                  <a:moveTo>
                    <a:pt x="689164" y="172641"/>
                  </a:moveTo>
                  <a:lnTo>
                    <a:pt x="540973" y="424998"/>
                  </a:lnTo>
                  <a:lnTo>
                    <a:pt x="688092" y="682723"/>
                  </a:lnTo>
                  <a:lnTo>
                    <a:pt x="760038" y="426070"/>
                  </a:lnTo>
                  <a:lnTo>
                    <a:pt x="689164" y="172641"/>
                  </a:lnTo>
                  <a:close/>
                  <a:moveTo>
                    <a:pt x="179084" y="466877"/>
                  </a:moveTo>
                  <a:lnTo>
                    <a:pt x="360564" y="655875"/>
                  </a:lnTo>
                  <a:lnTo>
                    <a:pt x="621511" y="726751"/>
                  </a:lnTo>
                  <a:lnTo>
                    <a:pt x="471173" y="467951"/>
                  </a:lnTo>
                  <a:lnTo>
                    <a:pt x="179084" y="466877"/>
                  </a:lnTo>
                  <a:close/>
                </a:path>
              </a:pathLst>
            </a:custGeom>
            <a:solidFill>
              <a:srgbClr val="000000"/>
            </a:solidFill>
            <a:ln w="428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66DA76F-D6D0-46F8-9776-48F198B95829}"/>
              </a:ext>
            </a:extLst>
          </p:cNvPr>
          <p:cNvGrpSpPr/>
          <p:nvPr/>
        </p:nvGrpSpPr>
        <p:grpSpPr>
          <a:xfrm>
            <a:off x="26947387" y="23694984"/>
            <a:ext cx="1202222" cy="1202222"/>
            <a:chOff x="26947387" y="23694984"/>
            <a:chExt cx="1202222" cy="1202222"/>
          </a:xfrm>
        </p:grpSpPr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A3111F9F-6F6D-4134-9883-E23221C48741}"/>
                </a:ext>
              </a:extLst>
            </p:cNvPr>
            <p:cNvSpPr/>
            <p:nvPr/>
          </p:nvSpPr>
          <p:spPr>
            <a:xfrm>
              <a:off x="26947387" y="23694984"/>
              <a:ext cx="1202222" cy="1202222"/>
            </a:xfrm>
            <a:prstGeom prst="rect">
              <a:avLst/>
            </a:prstGeom>
            <a:solidFill>
              <a:srgbClr val="8F45C7"/>
            </a:solidFill>
            <a:ln w="12700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Simulations</a:t>
              </a:r>
            </a:p>
          </p:txBody>
        </p:sp>
        <p:sp>
          <p:nvSpPr>
            <p:cNvPr id="232" name="Graphic 262">
              <a:extLst>
                <a:ext uri="{FF2B5EF4-FFF2-40B4-BE49-F238E27FC236}">
                  <a16:creationId xmlns:a16="http://schemas.microsoft.com/office/drawing/2014/main" id="{79EFFC01-4CE1-4CC0-919D-5DE2B6A01A8E}"/>
                </a:ext>
              </a:extLst>
            </p:cNvPr>
            <p:cNvSpPr/>
            <p:nvPr/>
          </p:nvSpPr>
          <p:spPr>
            <a:xfrm>
              <a:off x="27107924" y="23876186"/>
              <a:ext cx="818285" cy="839819"/>
            </a:xfrm>
            <a:custGeom>
              <a:avLst/>
              <a:gdLst>
                <a:gd name="connsiteX0" fmla="*/ 401371 w 818285"/>
                <a:gd name="connsiteY0" fmla="*/ 95324 h 839818"/>
                <a:gd name="connsiteX1" fmla="*/ 735341 w 818285"/>
                <a:gd name="connsiteY1" fmla="*/ 7268 h 839818"/>
                <a:gd name="connsiteX2" fmla="*/ 825544 w 818285"/>
                <a:gd name="connsiteY2" fmla="*/ 340163 h 839818"/>
                <a:gd name="connsiteX3" fmla="*/ 775073 w 818285"/>
                <a:gd name="connsiteY3" fmla="*/ 427145 h 839818"/>
                <a:gd name="connsiteX4" fmla="*/ 825544 w 818285"/>
                <a:gd name="connsiteY4" fmla="*/ 515201 h 839818"/>
                <a:gd name="connsiteX5" fmla="*/ 736413 w 818285"/>
                <a:gd name="connsiteY5" fmla="*/ 847022 h 839818"/>
                <a:gd name="connsiteX6" fmla="*/ 402445 w 818285"/>
                <a:gd name="connsiteY6" fmla="*/ 756819 h 839818"/>
                <a:gd name="connsiteX7" fmla="*/ 353049 w 818285"/>
                <a:gd name="connsiteY7" fmla="*/ 670910 h 839818"/>
                <a:gd name="connsiteX8" fmla="*/ 252107 w 818285"/>
                <a:gd name="connsiteY8" fmla="*/ 670910 h 839818"/>
                <a:gd name="connsiteX9" fmla="*/ 7268 w 818285"/>
                <a:gd name="connsiteY9" fmla="*/ 426070 h 839818"/>
                <a:gd name="connsiteX10" fmla="*/ 252107 w 818285"/>
                <a:gd name="connsiteY10" fmla="*/ 183380 h 839818"/>
                <a:gd name="connsiteX11" fmla="*/ 351975 w 818285"/>
                <a:gd name="connsiteY11" fmla="*/ 183380 h 839818"/>
                <a:gd name="connsiteX12" fmla="*/ 401371 w 818285"/>
                <a:gd name="connsiteY12" fmla="*/ 95324 h 839818"/>
                <a:gd name="connsiteX13" fmla="*/ 617217 w 818285"/>
                <a:gd name="connsiteY13" fmla="*/ 130762 h 839818"/>
                <a:gd name="connsiteX14" fmla="*/ 359492 w 818285"/>
                <a:gd name="connsiteY14" fmla="*/ 196266 h 839818"/>
                <a:gd name="connsiteX15" fmla="*/ 173715 w 818285"/>
                <a:gd name="connsiteY15" fmla="*/ 383117 h 839818"/>
                <a:gd name="connsiteX16" fmla="*/ 471173 w 818285"/>
                <a:gd name="connsiteY16" fmla="*/ 387413 h 839818"/>
                <a:gd name="connsiteX17" fmla="*/ 617217 w 818285"/>
                <a:gd name="connsiteY17" fmla="*/ 130762 h 839818"/>
                <a:gd name="connsiteX18" fmla="*/ 689164 w 818285"/>
                <a:gd name="connsiteY18" fmla="*/ 172641 h 839818"/>
                <a:gd name="connsiteX19" fmla="*/ 540973 w 818285"/>
                <a:gd name="connsiteY19" fmla="*/ 424998 h 839818"/>
                <a:gd name="connsiteX20" fmla="*/ 688092 w 818285"/>
                <a:gd name="connsiteY20" fmla="*/ 682723 h 839818"/>
                <a:gd name="connsiteX21" fmla="*/ 760038 w 818285"/>
                <a:gd name="connsiteY21" fmla="*/ 426070 h 839818"/>
                <a:gd name="connsiteX22" fmla="*/ 689164 w 818285"/>
                <a:gd name="connsiteY22" fmla="*/ 172641 h 839818"/>
                <a:gd name="connsiteX23" fmla="*/ 179084 w 818285"/>
                <a:gd name="connsiteY23" fmla="*/ 466877 h 839818"/>
                <a:gd name="connsiteX24" fmla="*/ 360564 w 818285"/>
                <a:gd name="connsiteY24" fmla="*/ 655875 h 839818"/>
                <a:gd name="connsiteX25" fmla="*/ 621511 w 818285"/>
                <a:gd name="connsiteY25" fmla="*/ 726751 h 839818"/>
                <a:gd name="connsiteX26" fmla="*/ 471173 w 818285"/>
                <a:gd name="connsiteY26" fmla="*/ 467951 h 839818"/>
                <a:gd name="connsiteX27" fmla="*/ 179084 w 818285"/>
                <a:gd name="connsiteY27" fmla="*/ 466877 h 839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18285" h="839818">
                  <a:moveTo>
                    <a:pt x="401371" y="95324"/>
                  </a:moveTo>
                  <a:lnTo>
                    <a:pt x="735341" y="7268"/>
                  </a:lnTo>
                  <a:lnTo>
                    <a:pt x="825544" y="340163"/>
                  </a:lnTo>
                  <a:lnTo>
                    <a:pt x="775073" y="427145"/>
                  </a:lnTo>
                  <a:lnTo>
                    <a:pt x="825544" y="515201"/>
                  </a:lnTo>
                  <a:lnTo>
                    <a:pt x="736413" y="847022"/>
                  </a:lnTo>
                  <a:lnTo>
                    <a:pt x="402445" y="756819"/>
                  </a:lnTo>
                  <a:lnTo>
                    <a:pt x="353049" y="670910"/>
                  </a:lnTo>
                  <a:lnTo>
                    <a:pt x="252107" y="670910"/>
                  </a:lnTo>
                  <a:lnTo>
                    <a:pt x="7268" y="426070"/>
                  </a:lnTo>
                  <a:lnTo>
                    <a:pt x="252107" y="183380"/>
                  </a:lnTo>
                  <a:lnTo>
                    <a:pt x="351975" y="183380"/>
                  </a:lnTo>
                  <a:lnTo>
                    <a:pt x="401371" y="95324"/>
                  </a:lnTo>
                  <a:close/>
                  <a:moveTo>
                    <a:pt x="617217" y="130762"/>
                  </a:moveTo>
                  <a:lnTo>
                    <a:pt x="359492" y="196266"/>
                  </a:lnTo>
                  <a:lnTo>
                    <a:pt x="173715" y="383117"/>
                  </a:lnTo>
                  <a:lnTo>
                    <a:pt x="471173" y="387413"/>
                  </a:lnTo>
                  <a:lnTo>
                    <a:pt x="617217" y="130762"/>
                  </a:lnTo>
                  <a:close/>
                  <a:moveTo>
                    <a:pt x="689164" y="172641"/>
                  </a:moveTo>
                  <a:lnTo>
                    <a:pt x="540973" y="424998"/>
                  </a:lnTo>
                  <a:lnTo>
                    <a:pt x="688092" y="682723"/>
                  </a:lnTo>
                  <a:lnTo>
                    <a:pt x="760038" y="426070"/>
                  </a:lnTo>
                  <a:lnTo>
                    <a:pt x="689164" y="172641"/>
                  </a:lnTo>
                  <a:close/>
                  <a:moveTo>
                    <a:pt x="179084" y="466877"/>
                  </a:moveTo>
                  <a:lnTo>
                    <a:pt x="360564" y="655875"/>
                  </a:lnTo>
                  <a:lnTo>
                    <a:pt x="621511" y="726751"/>
                  </a:lnTo>
                  <a:lnTo>
                    <a:pt x="471173" y="467951"/>
                  </a:lnTo>
                  <a:lnTo>
                    <a:pt x="179084" y="466877"/>
                  </a:lnTo>
                  <a:close/>
                </a:path>
              </a:pathLst>
            </a:custGeom>
            <a:solidFill>
              <a:srgbClr val="000000"/>
            </a:solidFill>
            <a:ln w="428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7C37D822-5F54-478F-B8D7-6F6C57F59BD3}"/>
              </a:ext>
            </a:extLst>
          </p:cNvPr>
          <p:cNvGrpSpPr/>
          <p:nvPr/>
        </p:nvGrpSpPr>
        <p:grpSpPr>
          <a:xfrm>
            <a:off x="2476354" y="9127997"/>
            <a:ext cx="1202222" cy="1202223"/>
            <a:chOff x="2476354" y="8819023"/>
            <a:chExt cx="1202222" cy="1202223"/>
          </a:xfrm>
        </p:grpSpPr>
        <p:sp>
          <p:nvSpPr>
            <p:cNvPr id="675" name="Rectangle 674">
              <a:extLst>
                <a:ext uri="{FF2B5EF4-FFF2-40B4-BE49-F238E27FC236}">
                  <a16:creationId xmlns:a16="http://schemas.microsoft.com/office/drawing/2014/main" id="{F0E3313A-6B12-4C90-819D-3C5DD73C7718}"/>
                </a:ext>
              </a:extLst>
            </p:cNvPr>
            <p:cNvSpPr/>
            <p:nvPr/>
          </p:nvSpPr>
          <p:spPr>
            <a:xfrm>
              <a:off x="2476354" y="8819023"/>
              <a:ext cx="1202222" cy="12022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Bridge</a:t>
              </a:r>
            </a:p>
          </p:txBody>
        </p:sp>
        <p:grpSp>
          <p:nvGrpSpPr>
            <p:cNvPr id="534" name="Group 533">
              <a:extLst>
                <a:ext uri="{FF2B5EF4-FFF2-40B4-BE49-F238E27FC236}">
                  <a16:creationId xmlns:a16="http://schemas.microsoft.com/office/drawing/2014/main" id="{CC60B715-468D-4F1F-A41E-64AA414F3EC6}"/>
                </a:ext>
              </a:extLst>
            </p:cNvPr>
            <p:cNvGrpSpPr/>
            <p:nvPr/>
          </p:nvGrpSpPr>
          <p:grpSpPr>
            <a:xfrm>
              <a:off x="2672801" y="9053961"/>
              <a:ext cx="896412" cy="732346"/>
              <a:chOff x="4784059" y="18702995"/>
              <a:chExt cx="5100291" cy="4166815"/>
            </a:xfrm>
          </p:grpSpPr>
          <p:grpSp>
            <p:nvGrpSpPr>
              <p:cNvPr id="539" name="Group 538">
                <a:extLst>
                  <a:ext uri="{FF2B5EF4-FFF2-40B4-BE49-F238E27FC236}">
                    <a16:creationId xmlns:a16="http://schemas.microsoft.com/office/drawing/2014/main" id="{B546C8D7-D483-440B-A12C-74C93724D90C}"/>
                  </a:ext>
                </a:extLst>
              </p:cNvPr>
              <p:cNvGrpSpPr/>
              <p:nvPr/>
            </p:nvGrpSpPr>
            <p:grpSpPr>
              <a:xfrm>
                <a:off x="4784059" y="19847560"/>
                <a:ext cx="5100291" cy="3022250"/>
                <a:chOff x="23841636" y="10567711"/>
                <a:chExt cx="4891313" cy="2898416"/>
              </a:xfrm>
            </p:grpSpPr>
            <p:pic>
              <p:nvPicPr>
                <p:cNvPr id="543" name="Graphic 542">
                  <a:extLst>
                    <a:ext uri="{FF2B5EF4-FFF2-40B4-BE49-F238E27FC236}">
                      <a16:creationId xmlns:a16="http://schemas.microsoft.com/office/drawing/2014/main" id="{7C39025E-694E-4350-B0B6-7C9A6A3E2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634951" y="11979089"/>
                  <a:ext cx="3097998" cy="1487038"/>
                </a:xfrm>
                <a:prstGeom prst="rect">
                  <a:avLst/>
                </a:prstGeom>
              </p:spPr>
            </p:pic>
            <p:pic>
              <p:nvPicPr>
                <p:cNvPr id="544" name="Graphic 543">
                  <a:extLst>
                    <a:ext uri="{FF2B5EF4-FFF2-40B4-BE49-F238E27FC236}">
                      <a16:creationId xmlns:a16="http://schemas.microsoft.com/office/drawing/2014/main" id="{AF2A1FE1-BDA8-418B-AC98-7454826E6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841636" y="10567711"/>
                  <a:ext cx="2422194" cy="2422194"/>
                </a:xfrm>
                <a:prstGeom prst="rect">
                  <a:avLst/>
                </a:prstGeom>
              </p:spPr>
            </p:pic>
          </p:grpSp>
          <p:grpSp>
            <p:nvGrpSpPr>
              <p:cNvPr id="540" name="Graphic 79">
                <a:extLst>
                  <a:ext uri="{FF2B5EF4-FFF2-40B4-BE49-F238E27FC236}">
                    <a16:creationId xmlns:a16="http://schemas.microsoft.com/office/drawing/2014/main" id="{F68580E3-B211-4777-B13A-A10DFAC8AF8B}"/>
                  </a:ext>
                </a:extLst>
              </p:cNvPr>
              <p:cNvGrpSpPr/>
              <p:nvPr/>
            </p:nvGrpSpPr>
            <p:grpSpPr>
              <a:xfrm rot="20700000">
                <a:off x="7401348" y="18702995"/>
                <a:ext cx="1143499" cy="2421585"/>
                <a:chOff x="11135837" y="18559880"/>
                <a:chExt cx="1994923" cy="4224641"/>
              </a:xfrm>
            </p:grpSpPr>
            <p:sp>
              <p:nvSpPr>
                <p:cNvPr id="541" name="Freeform: Shape 540">
                  <a:extLst>
                    <a:ext uri="{FF2B5EF4-FFF2-40B4-BE49-F238E27FC236}">
                      <a16:creationId xmlns:a16="http://schemas.microsoft.com/office/drawing/2014/main" id="{C26B17D0-DF96-4829-97FF-FC7FC95E53E8}"/>
                    </a:ext>
                  </a:extLst>
                </p:cNvPr>
                <p:cNvSpPr/>
                <p:nvPr/>
              </p:nvSpPr>
              <p:spPr>
                <a:xfrm>
                  <a:off x="11910308" y="18559880"/>
                  <a:ext cx="1220452" cy="4224641"/>
                </a:xfrm>
                <a:custGeom>
                  <a:avLst/>
                  <a:gdLst>
                    <a:gd name="connsiteX0" fmla="*/ 11735 w 1220451"/>
                    <a:gd name="connsiteY0" fmla="*/ 3884119 h 4224640"/>
                    <a:gd name="connsiteX1" fmla="*/ 343651 w 1220451"/>
                    <a:gd name="connsiteY1" fmla="*/ 4216035 h 4224640"/>
                    <a:gd name="connsiteX2" fmla="*/ 343651 w 1220451"/>
                    <a:gd name="connsiteY2" fmla="*/ 11735 h 4224640"/>
                    <a:gd name="connsiteX3" fmla="*/ 11735 w 1220451"/>
                    <a:gd name="connsiteY3" fmla="*/ 343651 h 4224640"/>
                    <a:gd name="connsiteX4" fmla="*/ 11735 w 1220451"/>
                    <a:gd name="connsiteY4" fmla="*/ 3884119 h 4224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0451" h="4224640">
                      <a:moveTo>
                        <a:pt x="11735" y="3884119"/>
                      </a:moveTo>
                      <a:lnTo>
                        <a:pt x="343651" y="4216035"/>
                      </a:lnTo>
                      <a:cubicBezTo>
                        <a:pt x="1502783" y="3056903"/>
                        <a:pt x="1502783" y="1170867"/>
                        <a:pt x="343651" y="11735"/>
                      </a:cubicBezTo>
                      <a:lnTo>
                        <a:pt x="11735" y="343651"/>
                      </a:lnTo>
                      <a:cubicBezTo>
                        <a:pt x="987846" y="1319762"/>
                        <a:pt x="987846" y="2908008"/>
                        <a:pt x="11735" y="388411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542" name="Freeform: Shape 541">
                  <a:extLst>
                    <a:ext uri="{FF2B5EF4-FFF2-40B4-BE49-F238E27FC236}">
                      <a16:creationId xmlns:a16="http://schemas.microsoft.com/office/drawing/2014/main" id="{6F51A981-9550-4B22-89ED-04EC5CCB196A}"/>
                    </a:ext>
                  </a:extLst>
                </p:cNvPr>
                <p:cNvSpPr/>
                <p:nvPr/>
              </p:nvSpPr>
              <p:spPr>
                <a:xfrm>
                  <a:off x="11135837" y="19334350"/>
                  <a:ext cx="891869" cy="2675606"/>
                </a:xfrm>
                <a:custGeom>
                  <a:avLst/>
                  <a:gdLst>
                    <a:gd name="connsiteX0" fmla="*/ 343651 w 891868"/>
                    <a:gd name="connsiteY0" fmla="*/ 2667094 h 2675605"/>
                    <a:gd name="connsiteX1" fmla="*/ 892838 w 891868"/>
                    <a:gd name="connsiteY1" fmla="*/ 1339415 h 2675605"/>
                    <a:gd name="connsiteX2" fmla="*/ 343651 w 891868"/>
                    <a:gd name="connsiteY2" fmla="*/ 11735 h 2675605"/>
                    <a:gd name="connsiteX3" fmla="*/ 11735 w 891868"/>
                    <a:gd name="connsiteY3" fmla="*/ 343651 h 2675605"/>
                    <a:gd name="connsiteX4" fmla="*/ 423434 w 891868"/>
                    <a:gd name="connsiteY4" fmla="*/ 1339415 h 2675605"/>
                    <a:gd name="connsiteX5" fmla="*/ 11735 w 891868"/>
                    <a:gd name="connsiteY5" fmla="*/ 2335178 h 2675605"/>
                    <a:gd name="connsiteX6" fmla="*/ 343651 w 891868"/>
                    <a:gd name="connsiteY6" fmla="*/ 2667094 h 26756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1868" h="2675605">
                      <a:moveTo>
                        <a:pt x="343651" y="2667094"/>
                      </a:moveTo>
                      <a:cubicBezTo>
                        <a:pt x="697801" y="2312960"/>
                        <a:pt x="892838" y="1841443"/>
                        <a:pt x="892838" y="1339415"/>
                      </a:cubicBezTo>
                      <a:cubicBezTo>
                        <a:pt x="892838" y="837386"/>
                        <a:pt x="697801" y="365885"/>
                        <a:pt x="343651" y="11735"/>
                      </a:cubicBezTo>
                      <a:lnTo>
                        <a:pt x="11735" y="343651"/>
                      </a:lnTo>
                      <a:cubicBezTo>
                        <a:pt x="277214" y="609131"/>
                        <a:pt x="423434" y="962764"/>
                        <a:pt x="423434" y="1339415"/>
                      </a:cubicBezTo>
                      <a:cubicBezTo>
                        <a:pt x="423434" y="1716065"/>
                        <a:pt x="277230" y="2069683"/>
                        <a:pt x="11735" y="2335178"/>
                      </a:cubicBezTo>
                      <a:lnTo>
                        <a:pt x="343651" y="266709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AC84B7A2-D23C-4D50-B46A-4CD6417ACAB3}"/>
              </a:ext>
            </a:extLst>
          </p:cNvPr>
          <p:cNvGrpSpPr/>
          <p:nvPr/>
        </p:nvGrpSpPr>
        <p:grpSpPr>
          <a:xfrm>
            <a:off x="2476354" y="6350112"/>
            <a:ext cx="1202222" cy="1202223"/>
            <a:chOff x="2476354" y="6062661"/>
            <a:chExt cx="1202222" cy="1202223"/>
          </a:xfrm>
        </p:grpSpPr>
        <p:sp>
          <p:nvSpPr>
            <p:cNvPr id="674" name="Rectangle 673">
              <a:extLst>
                <a:ext uri="{FF2B5EF4-FFF2-40B4-BE49-F238E27FC236}">
                  <a16:creationId xmlns:a16="http://schemas.microsoft.com/office/drawing/2014/main" id="{A7AFD6B5-7934-41BC-8CC8-91F7C77C3A61}"/>
                </a:ext>
              </a:extLst>
            </p:cNvPr>
            <p:cNvSpPr/>
            <p:nvPr/>
          </p:nvSpPr>
          <p:spPr>
            <a:xfrm>
              <a:off x="2476354" y="6062661"/>
              <a:ext cx="1202222" cy="12022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Teleop</a:t>
              </a:r>
              <a:br>
                <a:rPr lang="en-GB" sz="2800" b="1" dirty="0">
                  <a:solidFill>
                    <a:schemeClr val="tx1"/>
                  </a:solidFill>
                </a:rPr>
              </a:br>
              <a:r>
                <a:rPr lang="en-GB" sz="2800" b="1" dirty="0">
                  <a:solidFill>
                    <a:schemeClr val="tx1"/>
                  </a:solidFill>
                </a:rPr>
                <a:t>Dashboard</a:t>
              </a:r>
            </a:p>
          </p:txBody>
        </p:sp>
        <p:grpSp>
          <p:nvGrpSpPr>
            <p:cNvPr id="297" name="Graphic 62">
              <a:extLst>
                <a:ext uri="{FF2B5EF4-FFF2-40B4-BE49-F238E27FC236}">
                  <a16:creationId xmlns:a16="http://schemas.microsoft.com/office/drawing/2014/main" id="{319DD88B-4D6A-4782-9059-7C8AC46DEEA5}"/>
                </a:ext>
              </a:extLst>
            </p:cNvPr>
            <p:cNvGrpSpPr/>
            <p:nvPr/>
          </p:nvGrpSpPr>
          <p:grpSpPr>
            <a:xfrm>
              <a:off x="2553912" y="6292270"/>
              <a:ext cx="1047107" cy="747934"/>
              <a:chOff x="2572685" y="6292270"/>
              <a:chExt cx="1047107" cy="747934"/>
            </a:xfrm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2F1E03DB-0909-44BB-832E-34F5064755BE}"/>
                  </a:ext>
                </a:extLst>
              </p:cNvPr>
              <p:cNvSpPr/>
              <p:nvPr/>
            </p:nvSpPr>
            <p:spPr>
              <a:xfrm>
                <a:off x="2572685" y="6292270"/>
                <a:ext cx="1047107" cy="747934"/>
              </a:xfrm>
              <a:custGeom>
                <a:avLst/>
                <a:gdLst>
                  <a:gd name="connsiteX0" fmla="*/ 18698 w 1047107"/>
                  <a:gd name="connsiteY0" fmla="*/ 665786 h 747933"/>
                  <a:gd name="connsiteX1" fmla="*/ 18698 w 1047107"/>
                  <a:gd name="connsiteY1" fmla="*/ 94140 h 747933"/>
                  <a:gd name="connsiteX2" fmla="*/ 94140 w 1047107"/>
                  <a:gd name="connsiteY2" fmla="*/ 18698 h 747933"/>
                  <a:gd name="connsiteX3" fmla="*/ 957978 w 1047107"/>
                  <a:gd name="connsiteY3" fmla="*/ 18698 h 747933"/>
                  <a:gd name="connsiteX4" fmla="*/ 1033470 w 1047107"/>
                  <a:gd name="connsiteY4" fmla="*/ 94140 h 747933"/>
                  <a:gd name="connsiteX5" fmla="*/ 1033470 w 1047107"/>
                  <a:gd name="connsiteY5" fmla="*/ 665786 h 747933"/>
                  <a:gd name="connsiteX6" fmla="*/ 957978 w 1047107"/>
                  <a:gd name="connsiteY6" fmla="*/ 741227 h 747933"/>
                  <a:gd name="connsiteX7" fmla="*/ 94140 w 1047107"/>
                  <a:gd name="connsiteY7" fmla="*/ 741227 h 747933"/>
                  <a:gd name="connsiteX8" fmla="*/ 18698 w 1047107"/>
                  <a:gd name="connsiteY8" fmla="*/ 665786 h 747933"/>
                  <a:gd name="connsiteX9" fmla="*/ 985752 w 1047107"/>
                  <a:gd name="connsiteY9" fmla="*/ 665786 h 747933"/>
                  <a:gd name="connsiteX10" fmla="*/ 985752 w 1047107"/>
                  <a:gd name="connsiteY10" fmla="*/ 94140 h 747933"/>
                  <a:gd name="connsiteX11" fmla="*/ 957978 w 1047107"/>
                  <a:gd name="connsiteY11" fmla="*/ 66441 h 747933"/>
                  <a:gd name="connsiteX12" fmla="*/ 94140 w 1047107"/>
                  <a:gd name="connsiteY12" fmla="*/ 66441 h 747933"/>
                  <a:gd name="connsiteX13" fmla="*/ 66466 w 1047107"/>
                  <a:gd name="connsiteY13" fmla="*/ 94140 h 747933"/>
                  <a:gd name="connsiteX14" fmla="*/ 66466 w 1047107"/>
                  <a:gd name="connsiteY14" fmla="*/ 665786 h 747933"/>
                  <a:gd name="connsiteX15" fmla="*/ 94140 w 1047107"/>
                  <a:gd name="connsiteY15" fmla="*/ 693459 h 747933"/>
                  <a:gd name="connsiteX16" fmla="*/ 957978 w 1047107"/>
                  <a:gd name="connsiteY16" fmla="*/ 693459 h 747933"/>
                  <a:gd name="connsiteX17" fmla="*/ 985752 w 1047107"/>
                  <a:gd name="connsiteY17" fmla="*/ 665786 h 7479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47107" h="747933">
                    <a:moveTo>
                      <a:pt x="18698" y="665786"/>
                    </a:moveTo>
                    <a:lnTo>
                      <a:pt x="18698" y="94140"/>
                    </a:lnTo>
                    <a:cubicBezTo>
                      <a:pt x="18698" y="52480"/>
                      <a:pt x="52505" y="18698"/>
                      <a:pt x="94140" y="18698"/>
                    </a:cubicBezTo>
                    <a:lnTo>
                      <a:pt x="957978" y="18698"/>
                    </a:lnTo>
                    <a:cubicBezTo>
                      <a:pt x="999564" y="18698"/>
                      <a:pt x="1033470" y="52430"/>
                      <a:pt x="1033470" y="94140"/>
                    </a:cubicBezTo>
                    <a:lnTo>
                      <a:pt x="1033470" y="665786"/>
                    </a:lnTo>
                    <a:cubicBezTo>
                      <a:pt x="1033470" y="707421"/>
                      <a:pt x="999638" y="741227"/>
                      <a:pt x="957978" y="741227"/>
                    </a:cubicBezTo>
                    <a:lnTo>
                      <a:pt x="94140" y="741227"/>
                    </a:lnTo>
                    <a:cubicBezTo>
                      <a:pt x="52505" y="741227"/>
                      <a:pt x="18698" y="707421"/>
                      <a:pt x="18698" y="665786"/>
                    </a:cubicBezTo>
                    <a:close/>
                    <a:moveTo>
                      <a:pt x="985752" y="665786"/>
                    </a:moveTo>
                    <a:lnTo>
                      <a:pt x="985752" y="94140"/>
                    </a:lnTo>
                    <a:cubicBezTo>
                      <a:pt x="985752" y="78907"/>
                      <a:pt x="973336" y="66441"/>
                      <a:pt x="957978" y="66441"/>
                    </a:cubicBezTo>
                    <a:lnTo>
                      <a:pt x="94140" y="66441"/>
                    </a:lnTo>
                    <a:cubicBezTo>
                      <a:pt x="78857" y="66441"/>
                      <a:pt x="66466" y="78857"/>
                      <a:pt x="66466" y="94140"/>
                    </a:cubicBezTo>
                    <a:lnTo>
                      <a:pt x="66466" y="665786"/>
                    </a:lnTo>
                    <a:cubicBezTo>
                      <a:pt x="66466" y="681044"/>
                      <a:pt x="78857" y="693459"/>
                      <a:pt x="94140" y="693459"/>
                    </a:cubicBezTo>
                    <a:lnTo>
                      <a:pt x="957978" y="693459"/>
                    </a:lnTo>
                    <a:cubicBezTo>
                      <a:pt x="973286" y="693459"/>
                      <a:pt x="985752" y="681044"/>
                      <a:pt x="985752" y="66578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531B3EA1-0B06-4B80-8676-24E2D0FAB0C4}"/>
                  </a:ext>
                </a:extLst>
              </p:cNvPr>
              <p:cNvSpPr/>
              <p:nvPr/>
            </p:nvSpPr>
            <p:spPr>
              <a:xfrm>
                <a:off x="2656503" y="6365044"/>
                <a:ext cx="199449" cy="74793"/>
              </a:xfrm>
              <a:custGeom>
                <a:avLst/>
                <a:gdLst>
                  <a:gd name="connsiteX0" fmla="*/ 18698 w 199449"/>
                  <a:gd name="connsiteY0" fmla="*/ 41610 h 74793"/>
                  <a:gd name="connsiteX1" fmla="*/ 41610 w 199449"/>
                  <a:gd name="connsiteY1" fmla="*/ 18698 h 74793"/>
                  <a:gd name="connsiteX2" fmla="*/ 64497 w 199449"/>
                  <a:gd name="connsiteY2" fmla="*/ 41610 h 74793"/>
                  <a:gd name="connsiteX3" fmla="*/ 41610 w 199449"/>
                  <a:gd name="connsiteY3" fmla="*/ 64472 h 74793"/>
                  <a:gd name="connsiteX4" fmla="*/ 18698 w 199449"/>
                  <a:gd name="connsiteY4" fmla="*/ 41610 h 74793"/>
                  <a:gd name="connsiteX5" fmla="*/ 83519 w 199449"/>
                  <a:gd name="connsiteY5" fmla="*/ 41610 h 74793"/>
                  <a:gd name="connsiteX6" fmla="*/ 106406 w 199449"/>
                  <a:gd name="connsiteY6" fmla="*/ 18698 h 74793"/>
                  <a:gd name="connsiteX7" fmla="*/ 129318 w 199449"/>
                  <a:gd name="connsiteY7" fmla="*/ 41610 h 74793"/>
                  <a:gd name="connsiteX8" fmla="*/ 106406 w 199449"/>
                  <a:gd name="connsiteY8" fmla="*/ 64472 h 74793"/>
                  <a:gd name="connsiteX9" fmla="*/ 83519 w 199449"/>
                  <a:gd name="connsiteY9" fmla="*/ 41610 h 74793"/>
                  <a:gd name="connsiteX10" fmla="*/ 148315 w 199449"/>
                  <a:gd name="connsiteY10" fmla="*/ 41610 h 74793"/>
                  <a:gd name="connsiteX11" fmla="*/ 171177 w 199449"/>
                  <a:gd name="connsiteY11" fmla="*/ 18698 h 74793"/>
                  <a:gd name="connsiteX12" fmla="*/ 194089 w 199449"/>
                  <a:gd name="connsiteY12" fmla="*/ 41610 h 74793"/>
                  <a:gd name="connsiteX13" fmla="*/ 171177 w 199449"/>
                  <a:gd name="connsiteY13" fmla="*/ 64472 h 74793"/>
                  <a:gd name="connsiteX14" fmla="*/ 148315 w 199449"/>
                  <a:gd name="connsiteY14" fmla="*/ 41610 h 74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9449" h="74793">
                    <a:moveTo>
                      <a:pt x="18698" y="41610"/>
                    </a:moveTo>
                    <a:cubicBezTo>
                      <a:pt x="18698" y="28995"/>
                      <a:pt x="28995" y="18698"/>
                      <a:pt x="41610" y="18698"/>
                    </a:cubicBezTo>
                    <a:cubicBezTo>
                      <a:pt x="54250" y="18698"/>
                      <a:pt x="64497" y="28995"/>
                      <a:pt x="64497" y="41610"/>
                    </a:cubicBezTo>
                    <a:cubicBezTo>
                      <a:pt x="64497" y="54200"/>
                      <a:pt x="54250" y="64472"/>
                      <a:pt x="41610" y="64472"/>
                    </a:cubicBezTo>
                    <a:cubicBezTo>
                      <a:pt x="28995" y="64472"/>
                      <a:pt x="18698" y="54200"/>
                      <a:pt x="18698" y="41610"/>
                    </a:cubicBezTo>
                    <a:close/>
                    <a:moveTo>
                      <a:pt x="83519" y="41610"/>
                    </a:moveTo>
                    <a:cubicBezTo>
                      <a:pt x="83519" y="28995"/>
                      <a:pt x="93791" y="18698"/>
                      <a:pt x="106406" y="18698"/>
                    </a:cubicBezTo>
                    <a:cubicBezTo>
                      <a:pt x="119021" y="18698"/>
                      <a:pt x="129318" y="28995"/>
                      <a:pt x="129318" y="41610"/>
                    </a:cubicBezTo>
                    <a:cubicBezTo>
                      <a:pt x="129318" y="54200"/>
                      <a:pt x="119021" y="64472"/>
                      <a:pt x="106406" y="64472"/>
                    </a:cubicBezTo>
                    <a:cubicBezTo>
                      <a:pt x="93791" y="64472"/>
                      <a:pt x="83519" y="54200"/>
                      <a:pt x="83519" y="41610"/>
                    </a:cubicBezTo>
                    <a:close/>
                    <a:moveTo>
                      <a:pt x="148315" y="41610"/>
                    </a:moveTo>
                    <a:cubicBezTo>
                      <a:pt x="148315" y="28995"/>
                      <a:pt x="158587" y="18698"/>
                      <a:pt x="171177" y="18698"/>
                    </a:cubicBezTo>
                    <a:cubicBezTo>
                      <a:pt x="183792" y="18698"/>
                      <a:pt x="194089" y="28995"/>
                      <a:pt x="194089" y="41610"/>
                    </a:cubicBezTo>
                    <a:cubicBezTo>
                      <a:pt x="194089" y="54200"/>
                      <a:pt x="183792" y="64472"/>
                      <a:pt x="171177" y="64472"/>
                    </a:cubicBezTo>
                    <a:cubicBezTo>
                      <a:pt x="158587" y="64472"/>
                      <a:pt x="148315" y="54200"/>
                      <a:pt x="148315" y="4161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FAB46BE7-8DE5-4DCC-B2F9-68DD8C1D2445}"/>
                  </a:ext>
                </a:extLst>
              </p:cNvPr>
              <p:cNvSpPr/>
              <p:nvPr/>
            </p:nvSpPr>
            <p:spPr>
              <a:xfrm>
                <a:off x="3125857" y="6694933"/>
                <a:ext cx="349036" cy="199449"/>
              </a:xfrm>
              <a:custGeom>
                <a:avLst/>
                <a:gdLst>
                  <a:gd name="connsiteX0" fmla="*/ 18698 w 349035"/>
                  <a:gd name="connsiteY0" fmla="*/ 186510 h 199449"/>
                  <a:gd name="connsiteX1" fmla="*/ 186510 w 349035"/>
                  <a:gd name="connsiteY1" fmla="*/ 18698 h 199449"/>
                  <a:gd name="connsiteX2" fmla="*/ 354371 w 349035"/>
                  <a:gd name="connsiteY2" fmla="*/ 186510 h 199449"/>
                  <a:gd name="connsiteX3" fmla="*/ 341108 w 349035"/>
                  <a:gd name="connsiteY3" fmla="*/ 199748 h 199449"/>
                  <a:gd name="connsiteX4" fmla="*/ 31962 w 349035"/>
                  <a:gd name="connsiteY4" fmla="*/ 199748 h 199449"/>
                  <a:gd name="connsiteX5" fmla="*/ 18698 w 349035"/>
                  <a:gd name="connsiteY5" fmla="*/ 186510 h 199449"/>
                  <a:gd name="connsiteX6" fmla="*/ 186510 w 349035"/>
                  <a:gd name="connsiteY6" fmla="*/ 45225 h 199449"/>
                  <a:gd name="connsiteX7" fmla="*/ 45923 w 349035"/>
                  <a:gd name="connsiteY7" fmla="*/ 172698 h 199449"/>
                  <a:gd name="connsiteX8" fmla="*/ 327096 w 349035"/>
                  <a:gd name="connsiteY8" fmla="*/ 172698 h 199449"/>
                  <a:gd name="connsiteX9" fmla="*/ 186510 w 349035"/>
                  <a:gd name="connsiteY9" fmla="*/ 45225 h 199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9035" h="199449">
                    <a:moveTo>
                      <a:pt x="18698" y="186510"/>
                    </a:moveTo>
                    <a:cubicBezTo>
                      <a:pt x="18698" y="93866"/>
                      <a:pt x="93816" y="18698"/>
                      <a:pt x="186510" y="18698"/>
                    </a:cubicBezTo>
                    <a:cubicBezTo>
                      <a:pt x="279204" y="18698"/>
                      <a:pt x="354371" y="93866"/>
                      <a:pt x="354371" y="186510"/>
                    </a:cubicBezTo>
                    <a:cubicBezTo>
                      <a:pt x="354371" y="193815"/>
                      <a:pt x="348363" y="199748"/>
                      <a:pt x="341108" y="199748"/>
                    </a:cubicBezTo>
                    <a:lnTo>
                      <a:pt x="31962" y="199748"/>
                    </a:lnTo>
                    <a:cubicBezTo>
                      <a:pt x="24657" y="199748"/>
                      <a:pt x="18698" y="193815"/>
                      <a:pt x="18698" y="186510"/>
                    </a:cubicBezTo>
                    <a:close/>
                    <a:moveTo>
                      <a:pt x="186510" y="45225"/>
                    </a:moveTo>
                    <a:cubicBezTo>
                      <a:pt x="113337" y="45225"/>
                      <a:pt x="53178" y="100921"/>
                      <a:pt x="45923" y="172698"/>
                    </a:cubicBezTo>
                    <a:lnTo>
                      <a:pt x="327096" y="172698"/>
                    </a:lnTo>
                    <a:cubicBezTo>
                      <a:pt x="319817" y="100921"/>
                      <a:pt x="259608" y="45225"/>
                      <a:pt x="186510" y="452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E666C64-C8BF-4F7A-8AA2-AC3969DE6516}"/>
                  </a:ext>
                </a:extLst>
              </p:cNvPr>
              <p:cNvSpPr/>
              <p:nvPr/>
            </p:nvSpPr>
            <p:spPr>
              <a:xfrm>
                <a:off x="3221667" y="6774363"/>
                <a:ext cx="99725" cy="124656"/>
              </a:xfrm>
              <a:custGeom>
                <a:avLst/>
                <a:gdLst>
                  <a:gd name="connsiteX0" fmla="*/ 66940 w 99724"/>
                  <a:gd name="connsiteY0" fmla="*/ 109024 h 124655"/>
                  <a:gd name="connsiteX1" fmla="*/ 18698 w 99724"/>
                  <a:gd name="connsiteY1" fmla="*/ 18698 h 124655"/>
                  <a:gd name="connsiteX2" fmla="*/ 102991 w 99724"/>
                  <a:gd name="connsiteY2" fmla="*/ 77735 h 124655"/>
                  <a:gd name="connsiteX3" fmla="*/ 66940 w 99724"/>
                  <a:gd name="connsiteY3" fmla="*/ 109024 h 124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724" h="124655">
                    <a:moveTo>
                      <a:pt x="66940" y="109024"/>
                    </a:moveTo>
                    <a:lnTo>
                      <a:pt x="18698" y="18698"/>
                    </a:lnTo>
                    <a:lnTo>
                      <a:pt x="102991" y="77735"/>
                    </a:lnTo>
                    <a:lnTo>
                      <a:pt x="66940" y="10902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A906CC5C-5EEF-4EA3-B317-9566A06021E1}"/>
                  </a:ext>
                </a:extLst>
              </p:cNvPr>
              <p:cNvSpPr/>
              <p:nvPr/>
            </p:nvSpPr>
            <p:spPr>
              <a:xfrm>
                <a:off x="3255997" y="6819588"/>
                <a:ext cx="99725" cy="99725"/>
              </a:xfrm>
              <a:custGeom>
                <a:avLst/>
                <a:gdLst>
                  <a:gd name="connsiteX0" fmla="*/ 56294 w 99724"/>
                  <a:gd name="connsiteY0" fmla="*/ 18698 h 99724"/>
                  <a:gd name="connsiteX1" fmla="*/ 93891 w 99724"/>
                  <a:gd name="connsiteY1" fmla="*/ 56294 h 99724"/>
                  <a:gd name="connsiteX2" fmla="*/ 56294 w 99724"/>
                  <a:gd name="connsiteY2" fmla="*/ 93891 h 99724"/>
                  <a:gd name="connsiteX3" fmla="*/ 18698 w 99724"/>
                  <a:gd name="connsiteY3" fmla="*/ 56294 h 99724"/>
                  <a:gd name="connsiteX4" fmla="*/ 56294 w 99724"/>
                  <a:gd name="connsiteY4" fmla="*/ 18698 h 9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24" h="99724">
                    <a:moveTo>
                      <a:pt x="56294" y="18698"/>
                    </a:moveTo>
                    <a:cubicBezTo>
                      <a:pt x="77012" y="18698"/>
                      <a:pt x="93891" y="35577"/>
                      <a:pt x="93891" y="56294"/>
                    </a:cubicBezTo>
                    <a:cubicBezTo>
                      <a:pt x="93891" y="77012"/>
                      <a:pt x="77012" y="93891"/>
                      <a:pt x="56294" y="93891"/>
                    </a:cubicBezTo>
                    <a:cubicBezTo>
                      <a:pt x="35577" y="93891"/>
                      <a:pt x="18698" y="77012"/>
                      <a:pt x="18698" y="56294"/>
                    </a:cubicBezTo>
                    <a:cubicBezTo>
                      <a:pt x="18698" y="35577"/>
                      <a:pt x="35577" y="18698"/>
                      <a:pt x="56294" y="186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8DFB3B8F-DA24-4526-B406-2F14420EDC16}"/>
                  </a:ext>
                </a:extLst>
              </p:cNvPr>
              <p:cNvSpPr/>
              <p:nvPr/>
            </p:nvSpPr>
            <p:spPr>
              <a:xfrm>
                <a:off x="3125807" y="6453699"/>
                <a:ext cx="349036" cy="199449"/>
              </a:xfrm>
              <a:custGeom>
                <a:avLst/>
                <a:gdLst>
                  <a:gd name="connsiteX0" fmla="*/ 18698 w 349035"/>
                  <a:gd name="connsiteY0" fmla="*/ 186485 h 199449"/>
                  <a:gd name="connsiteX1" fmla="*/ 186560 w 349035"/>
                  <a:gd name="connsiteY1" fmla="*/ 18698 h 199449"/>
                  <a:gd name="connsiteX2" fmla="*/ 354371 w 349035"/>
                  <a:gd name="connsiteY2" fmla="*/ 186485 h 199449"/>
                  <a:gd name="connsiteX3" fmla="*/ 341083 w 349035"/>
                  <a:gd name="connsiteY3" fmla="*/ 199773 h 199449"/>
                  <a:gd name="connsiteX4" fmla="*/ 31962 w 349035"/>
                  <a:gd name="connsiteY4" fmla="*/ 199773 h 199449"/>
                  <a:gd name="connsiteX5" fmla="*/ 18698 w 349035"/>
                  <a:gd name="connsiteY5" fmla="*/ 186485 h 199449"/>
                  <a:gd name="connsiteX6" fmla="*/ 186560 w 349035"/>
                  <a:gd name="connsiteY6" fmla="*/ 45225 h 199449"/>
                  <a:gd name="connsiteX7" fmla="*/ 45923 w 349035"/>
                  <a:gd name="connsiteY7" fmla="*/ 172723 h 199449"/>
                  <a:gd name="connsiteX8" fmla="*/ 327071 w 349035"/>
                  <a:gd name="connsiteY8" fmla="*/ 172723 h 199449"/>
                  <a:gd name="connsiteX9" fmla="*/ 186560 w 349035"/>
                  <a:gd name="connsiteY9" fmla="*/ 45225 h 199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9035" h="199449">
                    <a:moveTo>
                      <a:pt x="18698" y="186485"/>
                    </a:moveTo>
                    <a:cubicBezTo>
                      <a:pt x="18698" y="93866"/>
                      <a:pt x="93816" y="18698"/>
                      <a:pt x="186560" y="18698"/>
                    </a:cubicBezTo>
                    <a:cubicBezTo>
                      <a:pt x="279204" y="18698"/>
                      <a:pt x="354371" y="93866"/>
                      <a:pt x="354371" y="186485"/>
                    </a:cubicBezTo>
                    <a:cubicBezTo>
                      <a:pt x="354371" y="193815"/>
                      <a:pt x="348363" y="199773"/>
                      <a:pt x="341083" y="199773"/>
                    </a:cubicBezTo>
                    <a:lnTo>
                      <a:pt x="31962" y="199773"/>
                    </a:lnTo>
                    <a:cubicBezTo>
                      <a:pt x="24657" y="199773"/>
                      <a:pt x="18698" y="193815"/>
                      <a:pt x="18698" y="186485"/>
                    </a:cubicBezTo>
                    <a:close/>
                    <a:moveTo>
                      <a:pt x="186560" y="45225"/>
                    </a:moveTo>
                    <a:cubicBezTo>
                      <a:pt x="113337" y="45225"/>
                      <a:pt x="53178" y="100921"/>
                      <a:pt x="45923" y="172723"/>
                    </a:cubicBezTo>
                    <a:lnTo>
                      <a:pt x="327071" y="172723"/>
                    </a:lnTo>
                    <a:cubicBezTo>
                      <a:pt x="319816" y="100921"/>
                      <a:pt x="259608" y="45225"/>
                      <a:pt x="186560" y="4522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C7C16B52-A652-41F9-9039-674C4F5C7297}"/>
                  </a:ext>
                </a:extLst>
              </p:cNvPr>
              <p:cNvSpPr/>
              <p:nvPr/>
            </p:nvSpPr>
            <p:spPr>
              <a:xfrm>
                <a:off x="3281352" y="6533105"/>
                <a:ext cx="99725" cy="124656"/>
              </a:xfrm>
              <a:custGeom>
                <a:avLst/>
                <a:gdLst>
                  <a:gd name="connsiteX0" fmla="*/ 54774 w 99724"/>
                  <a:gd name="connsiteY0" fmla="*/ 109074 h 124655"/>
                  <a:gd name="connsiteX1" fmla="*/ 102990 w 99724"/>
                  <a:gd name="connsiteY1" fmla="*/ 18698 h 124655"/>
                  <a:gd name="connsiteX2" fmla="*/ 18698 w 99724"/>
                  <a:gd name="connsiteY2" fmla="*/ 77760 h 124655"/>
                  <a:gd name="connsiteX3" fmla="*/ 54774 w 99724"/>
                  <a:gd name="connsiteY3" fmla="*/ 109074 h 124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724" h="124655">
                    <a:moveTo>
                      <a:pt x="54774" y="109074"/>
                    </a:moveTo>
                    <a:lnTo>
                      <a:pt x="102990" y="18698"/>
                    </a:lnTo>
                    <a:lnTo>
                      <a:pt x="18698" y="77760"/>
                    </a:lnTo>
                    <a:lnTo>
                      <a:pt x="54774" y="10907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0BD22C92-D2A6-4072-886F-DFF5454455B9}"/>
                  </a:ext>
                </a:extLst>
              </p:cNvPr>
              <p:cNvSpPr/>
              <p:nvPr/>
            </p:nvSpPr>
            <p:spPr>
              <a:xfrm>
                <a:off x="3256047" y="6578355"/>
                <a:ext cx="99725" cy="99725"/>
              </a:xfrm>
              <a:custGeom>
                <a:avLst/>
                <a:gdLst>
                  <a:gd name="connsiteX0" fmla="*/ 56294 w 99724"/>
                  <a:gd name="connsiteY0" fmla="*/ 18698 h 99724"/>
                  <a:gd name="connsiteX1" fmla="*/ 18698 w 99724"/>
                  <a:gd name="connsiteY1" fmla="*/ 56295 h 99724"/>
                  <a:gd name="connsiteX2" fmla="*/ 56294 w 99724"/>
                  <a:gd name="connsiteY2" fmla="*/ 93891 h 99724"/>
                  <a:gd name="connsiteX3" fmla="*/ 93891 w 99724"/>
                  <a:gd name="connsiteY3" fmla="*/ 56295 h 99724"/>
                  <a:gd name="connsiteX4" fmla="*/ 56294 w 99724"/>
                  <a:gd name="connsiteY4" fmla="*/ 18698 h 9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724" h="99724">
                    <a:moveTo>
                      <a:pt x="56294" y="18698"/>
                    </a:moveTo>
                    <a:cubicBezTo>
                      <a:pt x="35577" y="18698"/>
                      <a:pt x="18698" y="35577"/>
                      <a:pt x="18698" y="56295"/>
                    </a:cubicBezTo>
                    <a:cubicBezTo>
                      <a:pt x="18698" y="77012"/>
                      <a:pt x="35577" y="93891"/>
                      <a:pt x="56294" y="93891"/>
                    </a:cubicBezTo>
                    <a:cubicBezTo>
                      <a:pt x="77012" y="93891"/>
                      <a:pt x="93891" y="77012"/>
                      <a:pt x="93891" y="56295"/>
                    </a:cubicBezTo>
                    <a:cubicBezTo>
                      <a:pt x="93891" y="35577"/>
                      <a:pt x="77012" y="18698"/>
                      <a:pt x="56294" y="186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723AC19-5CFD-47F0-8141-1915128CD021}"/>
                  </a:ext>
                </a:extLst>
              </p:cNvPr>
              <p:cNvSpPr/>
              <p:nvPr/>
            </p:nvSpPr>
            <p:spPr>
              <a:xfrm>
                <a:off x="2979810" y="6485212"/>
                <a:ext cx="49862" cy="423829"/>
              </a:xfrm>
              <a:custGeom>
                <a:avLst/>
                <a:gdLst>
                  <a:gd name="connsiteX0" fmla="*/ 18698 w 49862"/>
                  <a:gd name="connsiteY0" fmla="*/ 398873 h 423829"/>
                  <a:gd name="connsiteX1" fmla="*/ 18698 w 49862"/>
                  <a:gd name="connsiteY1" fmla="*/ 31962 h 423829"/>
                  <a:gd name="connsiteX2" fmla="*/ 31962 w 49862"/>
                  <a:gd name="connsiteY2" fmla="*/ 18698 h 423829"/>
                  <a:gd name="connsiteX3" fmla="*/ 45225 w 49862"/>
                  <a:gd name="connsiteY3" fmla="*/ 31962 h 423829"/>
                  <a:gd name="connsiteX4" fmla="*/ 45225 w 49862"/>
                  <a:gd name="connsiteY4" fmla="*/ 398873 h 423829"/>
                  <a:gd name="connsiteX5" fmla="*/ 31962 w 49862"/>
                  <a:gd name="connsiteY5" fmla="*/ 412136 h 423829"/>
                  <a:gd name="connsiteX6" fmla="*/ 18698 w 49862"/>
                  <a:gd name="connsiteY6" fmla="*/ 398873 h 423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9862" h="423829">
                    <a:moveTo>
                      <a:pt x="18698" y="398873"/>
                    </a:moveTo>
                    <a:lnTo>
                      <a:pt x="18698" y="31962"/>
                    </a:lnTo>
                    <a:cubicBezTo>
                      <a:pt x="18698" y="24707"/>
                      <a:pt x="24632" y="18698"/>
                      <a:pt x="31962" y="18698"/>
                    </a:cubicBezTo>
                    <a:cubicBezTo>
                      <a:pt x="39242" y="18698"/>
                      <a:pt x="45225" y="24707"/>
                      <a:pt x="45225" y="31962"/>
                    </a:cubicBezTo>
                    <a:lnTo>
                      <a:pt x="45225" y="398873"/>
                    </a:lnTo>
                    <a:cubicBezTo>
                      <a:pt x="45225" y="406203"/>
                      <a:pt x="39242" y="412136"/>
                      <a:pt x="31962" y="412136"/>
                    </a:cubicBezTo>
                    <a:cubicBezTo>
                      <a:pt x="24632" y="412136"/>
                      <a:pt x="18698" y="406203"/>
                      <a:pt x="18698" y="39887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38F70E73-71CF-4A11-8C4E-70F98A1B4C31}"/>
                  </a:ext>
                </a:extLst>
              </p:cNvPr>
              <p:cNvSpPr/>
              <p:nvPr/>
            </p:nvSpPr>
            <p:spPr>
              <a:xfrm>
                <a:off x="2936081" y="6712085"/>
                <a:ext cx="124656" cy="124656"/>
              </a:xfrm>
              <a:custGeom>
                <a:avLst/>
                <a:gdLst>
                  <a:gd name="connsiteX0" fmla="*/ 18698 w 124655"/>
                  <a:gd name="connsiteY0" fmla="*/ 72375 h 124655"/>
                  <a:gd name="connsiteX1" fmla="*/ 72375 w 124655"/>
                  <a:gd name="connsiteY1" fmla="*/ 18698 h 124655"/>
                  <a:gd name="connsiteX2" fmla="*/ 126052 w 124655"/>
                  <a:gd name="connsiteY2" fmla="*/ 72375 h 124655"/>
                  <a:gd name="connsiteX3" fmla="*/ 72375 w 124655"/>
                  <a:gd name="connsiteY3" fmla="*/ 126052 h 124655"/>
                  <a:gd name="connsiteX4" fmla="*/ 18698 w 124655"/>
                  <a:gd name="connsiteY4" fmla="*/ 72375 h 124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655" h="124655">
                    <a:moveTo>
                      <a:pt x="18698" y="72375"/>
                    </a:moveTo>
                    <a:cubicBezTo>
                      <a:pt x="18698" y="42807"/>
                      <a:pt x="42807" y="18698"/>
                      <a:pt x="72375" y="18698"/>
                    </a:cubicBezTo>
                    <a:cubicBezTo>
                      <a:pt x="101943" y="18698"/>
                      <a:pt x="126052" y="42807"/>
                      <a:pt x="126052" y="72375"/>
                    </a:cubicBezTo>
                    <a:cubicBezTo>
                      <a:pt x="126052" y="101943"/>
                      <a:pt x="101943" y="126052"/>
                      <a:pt x="72375" y="126052"/>
                    </a:cubicBezTo>
                    <a:cubicBezTo>
                      <a:pt x="42807" y="126052"/>
                      <a:pt x="18698" y="101943"/>
                      <a:pt x="18698" y="72375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1673D0A1-7AE1-4F57-AFCE-01065EC31E4D}"/>
                  </a:ext>
                </a:extLst>
              </p:cNvPr>
              <p:cNvSpPr/>
              <p:nvPr/>
            </p:nvSpPr>
            <p:spPr>
              <a:xfrm>
                <a:off x="2698562" y="6485212"/>
                <a:ext cx="199449" cy="423829"/>
              </a:xfrm>
              <a:custGeom>
                <a:avLst/>
                <a:gdLst>
                  <a:gd name="connsiteX0" fmla="*/ 189227 w 199449"/>
                  <a:gd name="connsiteY0" fmla="*/ 421685 h 423829"/>
                  <a:gd name="connsiteX1" fmla="*/ 123534 w 199449"/>
                  <a:gd name="connsiteY1" fmla="*/ 421685 h 423829"/>
                  <a:gd name="connsiteX2" fmla="*/ 123534 w 199449"/>
                  <a:gd name="connsiteY2" fmla="*/ 355892 h 423829"/>
                  <a:gd name="connsiteX3" fmla="*/ 189227 w 199449"/>
                  <a:gd name="connsiteY3" fmla="*/ 355892 h 423829"/>
                  <a:gd name="connsiteX4" fmla="*/ 189227 w 199449"/>
                  <a:gd name="connsiteY4" fmla="*/ 421685 h 423829"/>
                  <a:gd name="connsiteX5" fmla="*/ 189227 w 199449"/>
                  <a:gd name="connsiteY5" fmla="*/ 309271 h 423829"/>
                  <a:gd name="connsiteX6" fmla="*/ 123534 w 199449"/>
                  <a:gd name="connsiteY6" fmla="*/ 309271 h 423829"/>
                  <a:gd name="connsiteX7" fmla="*/ 123534 w 199449"/>
                  <a:gd name="connsiteY7" fmla="*/ 243652 h 423829"/>
                  <a:gd name="connsiteX8" fmla="*/ 189227 w 199449"/>
                  <a:gd name="connsiteY8" fmla="*/ 243652 h 423829"/>
                  <a:gd name="connsiteX9" fmla="*/ 189227 w 199449"/>
                  <a:gd name="connsiteY9" fmla="*/ 309271 h 423829"/>
                  <a:gd name="connsiteX10" fmla="*/ 189227 w 199449"/>
                  <a:gd name="connsiteY10" fmla="*/ 196856 h 423829"/>
                  <a:gd name="connsiteX11" fmla="*/ 123534 w 199449"/>
                  <a:gd name="connsiteY11" fmla="*/ 196856 h 423829"/>
                  <a:gd name="connsiteX12" fmla="*/ 123534 w 199449"/>
                  <a:gd name="connsiteY12" fmla="*/ 131287 h 423829"/>
                  <a:gd name="connsiteX13" fmla="*/ 189227 w 199449"/>
                  <a:gd name="connsiteY13" fmla="*/ 131287 h 423829"/>
                  <a:gd name="connsiteX14" fmla="*/ 189227 w 199449"/>
                  <a:gd name="connsiteY14" fmla="*/ 196856 h 423829"/>
                  <a:gd name="connsiteX15" fmla="*/ 189227 w 199449"/>
                  <a:gd name="connsiteY15" fmla="*/ 84492 h 423829"/>
                  <a:gd name="connsiteX16" fmla="*/ 123534 w 199449"/>
                  <a:gd name="connsiteY16" fmla="*/ 84492 h 423829"/>
                  <a:gd name="connsiteX17" fmla="*/ 123534 w 199449"/>
                  <a:gd name="connsiteY17" fmla="*/ 18698 h 423829"/>
                  <a:gd name="connsiteX18" fmla="*/ 189227 w 199449"/>
                  <a:gd name="connsiteY18" fmla="*/ 18698 h 423829"/>
                  <a:gd name="connsiteX19" fmla="*/ 189227 w 199449"/>
                  <a:gd name="connsiteY19" fmla="*/ 84492 h 423829"/>
                  <a:gd name="connsiteX20" fmla="*/ 84467 w 199449"/>
                  <a:gd name="connsiteY20" fmla="*/ 421685 h 423829"/>
                  <a:gd name="connsiteX21" fmla="*/ 18698 w 199449"/>
                  <a:gd name="connsiteY21" fmla="*/ 421685 h 423829"/>
                  <a:gd name="connsiteX22" fmla="*/ 18698 w 199449"/>
                  <a:gd name="connsiteY22" fmla="*/ 355892 h 423829"/>
                  <a:gd name="connsiteX23" fmla="*/ 84467 w 199449"/>
                  <a:gd name="connsiteY23" fmla="*/ 355892 h 423829"/>
                  <a:gd name="connsiteX24" fmla="*/ 84467 w 199449"/>
                  <a:gd name="connsiteY24" fmla="*/ 421685 h 423829"/>
                  <a:gd name="connsiteX25" fmla="*/ 84467 w 199449"/>
                  <a:gd name="connsiteY25" fmla="*/ 309271 h 423829"/>
                  <a:gd name="connsiteX26" fmla="*/ 18698 w 199449"/>
                  <a:gd name="connsiteY26" fmla="*/ 309271 h 423829"/>
                  <a:gd name="connsiteX27" fmla="*/ 18698 w 199449"/>
                  <a:gd name="connsiteY27" fmla="*/ 243652 h 423829"/>
                  <a:gd name="connsiteX28" fmla="*/ 84467 w 199449"/>
                  <a:gd name="connsiteY28" fmla="*/ 243652 h 423829"/>
                  <a:gd name="connsiteX29" fmla="*/ 84467 w 199449"/>
                  <a:gd name="connsiteY29" fmla="*/ 309271 h 423829"/>
                  <a:gd name="connsiteX30" fmla="*/ 84467 w 199449"/>
                  <a:gd name="connsiteY30" fmla="*/ 196856 h 423829"/>
                  <a:gd name="connsiteX31" fmla="*/ 18698 w 199449"/>
                  <a:gd name="connsiteY31" fmla="*/ 196856 h 423829"/>
                  <a:gd name="connsiteX32" fmla="*/ 18698 w 199449"/>
                  <a:gd name="connsiteY32" fmla="*/ 131287 h 423829"/>
                  <a:gd name="connsiteX33" fmla="*/ 84467 w 199449"/>
                  <a:gd name="connsiteY33" fmla="*/ 131287 h 423829"/>
                  <a:gd name="connsiteX34" fmla="*/ 84467 w 199449"/>
                  <a:gd name="connsiteY34" fmla="*/ 196856 h 423829"/>
                  <a:gd name="connsiteX35" fmla="*/ 84467 w 199449"/>
                  <a:gd name="connsiteY35" fmla="*/ 84492 h 423829"/>
                  <a:gd name="connsiteX36" fmla="*/ 18698 w 199449"/>
                  <a:gd name="connsiteY36" fmla="*/ 84492 h 423829"/>
                  <a:gd name="connsiteX37" fmla="*/ 18698 w 199449"/>
                  <a:gd name="connsiteY37" fmla="*/ 18698 h 423829"/>
                  <a:gd name="connsiteX38" fmla="*/ 84467 w 199449"/>
                  <a:gd name="connsiteY38" fmla="*/ 18698 h 423829"/>
                  <a:gd name="connsiteX39" fmla="*/ 84467 w 199449"/>
                  <a:gd name="connsiteY39" fmla="*/ 84492 h 423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99449" h="423829">
                    <a:moveTo>
                      <a:pt x="189227" y="421685"/>
                    </a:moveTo>
                    <a:lnTo>
                      <a:pt x="123534" y="421685"/>
                    </a:lnTo>
                    <a:lnTo>
                      <a:pt x="123534" y="355892"/>
                    </a:lnTo>
                    <a:lnTo>
                      <a:pt x="189227" y="355892"/>
                    </a:lnTo>
                    <a:lnTo>
                      <a:pt x="189227" y="421685"/>
                    </a:lnTo>
                    <a:close/>
                    <a:moveTo>
                      <a:pt x="189227" y="309271"/>
                    </a:moveTo>
                    <a:lnTo>
                      <a:pt x="123534" y="309271"/>
                    </a:lnTo>
                    <a:lnTo>
                      <a:pt x="123534" y="243652"/>
                    </a:lnTo>
                    <a:lnTo>
                      <a:pt x="189227" y="243652"/>
                    </a:lnTo>
                    <a:lnTo>
                      <a:pt x="189227" y="309271"/>
                    </a:lnTo>
                    <a:close/>
                    <a:moveTo>
                      <a:pt x="189227" y="196856"/>
                    </a:moveTo>
                    <a:lnTo>
                      <a:pt x="123534" y="196856"/>
                    </a:lnTo>
                    <a:lnTo>
                      <a:pt x="123534" y="131287"/>
                    </a:lnTo>
                    <a:lnTo>
                      <a:pt x="189227" y="131287"/>
                    </a:lnTo>
                    <a:lnTo>
                      <a:pt x="189227" y="196856"/>
                    </a:lnTo>
                    <a:close/>
                    <a:moveTo>
                      <a:pt x="189227" y="84492"/>
                    </a:moveTo>
                    <a:lnTo>
                      <a:pt x="123534" y="84492"/>
                    </a:lnTo>
                    <a:lnTo>
                      <a:pt x="123534" y="18698"/>
                    </a:lnTo>
                    <a:lnTo>
                      <a:pt x="189227" y="18698"/>
                    </a:lnTo>
                    <a:lnTo>
                      <a:pt x="189227" y="84492"/>
                    </a:lnTo>
                    <a:close/>
                    <a:moveTo>
                      <a:pt x="84467" y="421685"/>
                    </a:moveTo>
                    <a:lnTo>
                      <a:pt x="18698" y="421685"/>
                    </a:lnTo>
                    <a:lnTo>
                      <a:pt x="18698" y="355892"/>
                    </a:lnTo>
                    <a:lnTo>
                      <a:pt x="84467" y="355892"/>
                    </a:lnTo>
                    <a:lnTo>
                      <a:pt x="84467" y="421685"/>
                    </a:lnTo>
                    <a:close/>
                    <a:moveTo>
                      <a:pt x="84467" y="309271"/>
                    </a:moveTo>
                    <a:lnTo>
                      <a:pt x="18698" y="309271"/>
                    </a:lnTo>
                    <a:lnTo>
                      <a:pt x="18698" y="243652"/>
                    </a:lnTo>
                    <a:lnTo>
                      <a:pt x="84467" y="243652"/>
                    </a:lnTo>
                    <a:lnTo>
                      <a:pt x="84467" y="309271"/>
                    </a:lnTo>
                    <a:close/>
                    <a:moveTo>
                      <a:pt x="84467" y="196856"/>
                    </a:moveTo>
                    <a:lnTo>
                      <a:pt x="18698" y="196856"/>
                    </a:lnTo>
                    <a:lnTo>
                      <a:pt x="18698" y="131287"/>
                    </a:lnTo>
                    <a:lnTo>
                      <a:pt x="84467" y="131287"/>
                    </a:lnTo>
                    <a:lnTo>
                      <a:pt x="84467" y="196856"/>
                    </a:lnTo>
                    <a:close/>
                    <a:moveTo>
                      <a:pt x="84467" y="84492"/>
                    </a:moveTo>
                    <a:lnTo>
                      <a:pt x="18698" y="84492"/>
                    </a:lnTo>
                    <a:lnTo>
                      <a:pt x="18698" y="18698"/>
                    </a:lnTo>
                    <a:lnTo>
                      <a:pt x="84467" y="18698"/>
                    </a:lnTo>
                    <a:lnTo>
                      <a:pt x="84467" y="8449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cxnSp>
        <p:nvCxnSpPr>
          <p:cNvPr id="676" name="Straight Arrow Connector 675">
            <a:extLst>
              <a:ext uri="{FF2B5EF4-FFF2-40B4-BE49-F238E27FC236}">
                <a16:creationId xmlns:a16="http://schemas.microsoft.com/office/drawing/2014/main" id="{DE8DB7FA-DAA0-4400-BF94-49BC3130A3A2}"/>
              </a:ext>
            </a:extLst>
          </p:cNvPr>
          <p:cNvCxnSpPr>
            <a:cxnSpLocks/>
            <a:stCxn id="674" idx="2"/>
            <a:endCxn id="675" idx="0"/>
          </p:cNvCxnSpPr>
          <p:nvPr/>
        </p:nvCxnSpPr>
        <p:spPr>
          <a:xfrm>
            <a:off x="3077465" y="7552335"/>
            <a:ext cx="0" cy="1575662"/>
          </a:xfrm>
          <a:prstGeom prst="straightConnector1">
            <a:avLst/>
          </a:prstGeom>
          <a:ln w="76200">
            <a:solidFill>
              <a:schemeClr val="accent4">
                <a:lumMod val="75000"/>
              </a:schemeClr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F76A5955-13B8-4B13-8FBA-010089E1AD5A}"/>
              </a:ext>
            </a:extLst>
          </p:cNvPr>
          <p:cNvCxnSpPr>
            <a:cxnSpLocks/>
            <a:stCxn id="420" idx="1"/>
            <a:endCxn id="675" idx="3"/>
          </p:cNvCxnSpPr>
          <p:nvPr/>
        </p:nvCxnSpPr>
        <p:spPr>
          <a:xfrm flipH="1" flipV="1">
            <a:off x="3678576" y="9729109"/>
            <a:ext cx="3239534" cy="9525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nector: Elbow 384">
            <a:extLst>
              <a:ext uri="{FF2B5EF4-FFF2-40B4-BE49-F238E27FC236}">
                <a16:creationId xmlns:a16="http://schemas.microsoft.com/office/drawing/2014/main" id="{1D968D12-DA69-4670-8765-FD389250F17C}"/>
              </a:ext>
            </a:extLst>
          </p:cNvPr>
          <p:cNvCxnSpPr>
            <a:cxnSpLocks/>
            <a:stCxn id="675" idx="3"/>
            <a:endCxn id="422" idx="1"/>
          </p:cNvCxnSpPr>
          <p:nvPr/>
        </p:nvCxnSpPr>
        <p:spPr>
          <a:xfrm flipV="1">
            <a:off x="3678576" y="8160578"/>
            <a:ext cx="3239534" cy="1568531"/>
          </a:xfrm>
          <a:prstGeom prst="bentConnector3">
            <a:avLst>
              <a:gd name="adj1" fmla="val 77778"/>
            </a:avLst>
          </a:prstGeom>
          <a:ln w="76200">
            <a:solidFill>
              <a:schemeClr val="accent6">
                <a:lumMod val="75000"/>
              </a:schemeClr>
            </a:solidFill>
            <a:prstDash val="solid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: Elbow 439">
            <a:extLst>
              <a:ext uri="{FF2B5EF4-FFF2-40B4-BE49-F238E27FC236}">
                <a16:creationId xmlns:a16="http://schemas.microsoft.com/office/drawing/2014/main" id="{DBF4CA1F-3B3D-4C17-8F02-68EB936B64BF}"/>
              </a:ext>
            </a:extLst>
          </p:cNvPr>
          <p:cNvCxnSpPr>
            <a:cxnSpLocks/>
            <a:stCxn id="632" idx="0"/>
            <a:endCxn id="417" idx="2"/>
          </p:cNvCxnSpPr>
          <p:nvPr/>
        </p:nvCxnSpPr>
        <p:spPr>
          <a:xfrm rot="16200000" flipV="1">
            <a:off x="8267190" y="10004821"/>
            <a:ext cx="5220584" cy="6573702"/>
          </a:xfrm>
          <a:prstGeom prst="bentConnector3">
            <a:avLst>
              <a:gd name="adj1" fmla="val 69183"/>
            </a:avLst>
          </a:prstGeom>
          <a:ln w="114300">
            <a:solidFill>
              <a:schemeClr val="accent6">
                <a:lumMod val="75000"/>
              </a:schemeClr>
            </a:solidFill>
            <a:prstDash val="lg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9082E20C-9857-4FB2-855A-E2E66EEA8B8C}"/>
              </a:ext>
            </a:extLst>
          </p:cNvPr>
          <p:cNvGrpSpPr/>
          <p:nvPr/>
        </p:nvGrpSpPr>
        <p:grpSpPr>
          <a:xfrm>
            <a:off x="4431080" y="17929500"/>
            <a:ext cx="1202223" cy="1202223"/>
            <a:chOff x="4431080" y="17929500"/>
            <a:chExt cx="1202223" cy="1202223"/>
          </a:xfrm>
        </p:grpSpPr>
        <p:sp>
          <p:nvSpPr>
            <p:cNvPr id="645" name="Rectangle 644">
              <a:extLst>
                <a:ext uri="{FF2B5EF4-FFF2-40B4-BE49-F238E27FC236}">
                  <a16:creationId xmlns:a16="http://schemas.microsoft.com/office/drawing/2014/main" id="{9F8EB4D5-CE0B-41AF-956A-9FDC37FBD17C}"/>
                </a:ext>
              </a:extLst>
            </p:cNvPr>
            <p:cNvSpPr/>
            <p:nvPr/>
          </p:nvSpPr>
          <p:spPr>
            <a:xfrm>
              <a:off x="4431080" y="17929500"/>
              <a:ext cx="1202223" cy="1202223"/>
            </a:xfrm>
            <a:prstGeom prst="rect">
              <a:avLst/>
            </a:prstGeom>
            <a:ln w="127000" cmpd="sng"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1440000" tIns="32338" rIns="0" bIns="3233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GB" sz="2800" b="1" dirty="0">
                  <a:solidFill>
                    <a:schemeClr val="tx1"/>
                  </a:solidFill>
                </a:rPr>
                <a:t>Drivers</a:t>
              </a:r>
            </a:p>
          </p:txBody>
        </p: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643A5DE6-CB62-4DA5-86BE-A11CF551B75F}"/>
                </a:ext>
              </a:extLst>
            </p:cNvPr>
            <p:cNvGrpSpPr/>
            <p:nvPr/>
          </p:nvGrpSpPr>
          <p:grpSpPr>
            <a:xfrm>
              <a:off x="4578507" y="18067628"/>
              <a:ext cx="907368" cy="925966"/>
              <a:chOff x="6291443" y="19779980"/>
              <a:chExt cx="756634" cy="772142"/>
            </a:xfrm>
          </p:grpSpPr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15A21E8-54E5-4E2E-B5CC-5FCEEF30D6CA}"/>
                  </a:ext>
                </a:extLst>
              </p:cNvPr>
              <p:cNvSpPr/>
              <p:nvPr/>
            </p:nvSpPr>
            <p:spPr>
              <a:xfrm>
                <a:off x="6562302" y="19779980"/>
                <a:ext cx="485775" cy="485775"/>
              </a:xfrm>
              <a:custGeom>
                <a:avLst/>
                <a:gdLst>
                  <a:gd name="connsiteX0" fmla="*/ 439976 w 485775"/>
                  <a:gd name="connsiteY0" fmla="*/ 267184 h 485775"/>
                  <a:gd name="connsiteX1" fmla="*/ 440646 w 485775"/>
                  <a:gd name="connsiteY1" fmla="*/ 259184 h 485775"/>
                  <a:gd name="connsiteX2" fmla="*/ 440646 w 485775"/>
                  <a:gd name="connsiteY2" fmla="*/ 258143 h 485775"/>
                  <a:gd name="connsiteX3" fmla="*/ 439976 w 485775"/>
                  <a:gd name="connsiteY3" fmla="*/ 226144 h 485775"/>
                  <a:gd name="connsiteX4" fmla="*/ 482281 w 485775"/>
                  <a:gd name="connsiteY4" fmla="*/ 188230 h 485775"/>
                  <a:gd name="connsiteX5" fmla="*/ 485034 w 485775"/>
                  <a:gd name="connsiteY5" fmla="*/ 178817 h 485775"/>
                  <a:gd name="connsiteX6" fmla="*/ 463417 w 485775"/>
                  <a:gd name="connsiteY6" fmla="*/ 126132 h 485775"/>
                  <a:gd name="connsiteX7" fmla="*/ 462003 w 485775"/>
                  <a:gd name="connsiteY7" fmla="*/ 124234 h 485775"/>
                  <a:gd name="connsiteX8" fmla="*/ 461817 w 485775"/>
                  <a:gd name="connsiteY8" fmla="*/ 124048 h 485775"/>
                  <a:gd name="connsiteX9" fmla="*/ 461817 w 485775"/>
                  <a:gd name="connsiteY9" fmla="*/ 123937 h 485775"/>
                  <a:gd name="connsiteX10" fmla="*/ 458468 w 485775"/>
                  <a:gd name="connsiteY10" fmla="*/ 121853 h 485775"/>
                  <a:gd name="connsiteX11" fmla="*/ 454748 w 485775"/>
                  <a:gd name="connsiteY11" fmla="*/ 121295 h 485775"/>
                  <a:gd name="connsiteX12" fmla="*/ 397970 w 485775"/>
                  <a:gd name="connsiteY12" fmla="*/ 124048 h 485775"/>
                  <a:gd name="connsiteX13" fmla="*/ 389785 w 485775"/>
                  <a:gd name="connsiteY13" fmla="*/ 114523 h 485775"/>
                  <a:gd name="connsiteX14" fmla="*/ 384278 w 485775"/>
                  <a:gd name="connsiteY14" fmla="*/ 108794 h 485775"/>
                  <a:gd name="connsiteX15" fmla="*/ 369135 w 485775"/>
                  <a:gd name="connsiteY15" fmla="*/ 95176 h 485775"/>
                  <a:gd name="connsiteX16" fmla="*/ 372074 w 485775"/>
                  <a:gd name="connsiteY16" fmla="*/ 38323 h 485775"/>
                  <a:gd name="connsiteX17" fmla="*/ 370549 w 485775"/>
                  <a:gd name="connsiteY17" fmla="*/ 32816 h 485775"/>
                  <a:gd name="connsiteX18" fmla="*/ 369321 w 485775"/>
                  <a:gd name="connsiteY18" fmla="*/ 31291 h 485775"/>
                  <a:gd name="connsiteX19" fmla="*/ 369321 w 485775"/>
                  <a:gd name="connsiteY19" fmla="*/ 31179 h 485775"/>
                  <a:gd name="connsiteX20" fmla="*/ 369209 w 485775"/>
                  <a:gd name="connsiteY20" fmla="*/ 31179 h 485775"/>
                  <a:gd name="connsiteX21" fmla="*/ 369209 w 485775"/>
                  <a:gd name="connsiteY21" fmla="*/ 31068 h 485775"/>
                  <a:gd name="connsiteX22" fmla="*/ 367126 w 485775"/>
                  <a:gd name="connsiteY22" fmla="*/ 29430 h 485775"/>
                  <a:gd name="connsiteX23" fmla="*/ 314738 w 485775"/>
                  <a:gd name="connsiteY23" fmla="*/ 7702 h 485775"/>
                  <a:gd name="connsiteX24" fmla="*/ 305325 w 485775"/>
                  <a:gd name="connsiteY24" fmla="*/ 10455 h 485775"/>
                  <a:gd name="connsiteX25" fmla="*/ 267114 w 485775"/>
                  <a:gd name="connsiteY25" fmla="*/ 52574 h 485775"/>
                  <a:gd name="connsiteX26" fmla="*/ 260453 w 485775"/>
                  <a:gd name="connsiteY26" fmla="*/ 52016 h 485775"/>
                  <a:gd name="connsiteX27" fmla="*/ 233106 w 485775"/>
                  <a:gd name="connsiteY27" fmla="*/ 51904 h 485775"/>
                  <a:gd name="connsiteX28" fmla="*/ 226260 w 485775"/>
                  <a:gd name="connsiteY28" fmla="*/ 52462 h 485775"/>
                  <a:gd name="connsiteX29" fmla="*/ 188272 w 485775"/>
                  <a:gd name="connsiteY29" fmla="*/ 10158 h 485775"/>
                  <a:gd name="connsiteX30" fmla="*/ 178858 w 485775"/>
                  <a:gd name="connsiteY30" fmla="*/ 7479 h 485775"/>
                  <a:gd name="connsiteX31" fmla="*/ 126174 w 485775"/>
                  <a:gd name="connsiteY31" fmla="*/ 29022 h 485775"/>
                  <a:gd name="connsiteX32" fmla="*/ 124276 w 485775"/>
                  <a:gd name="connsiteY32" fmla="*/ 30436 h 485775"/>
                  <a:gd name="connsiteX33" fmla="*/ 124090 w 485775"/>
                  <a:gd name="connsiteY33" fmla="*/ 30622 h 485775"/>
                  <a:gd name="connsiteX34" fmla="*/ 123978 w 485775"/>
                  <a:gd name="connsiteY34" fmla="*/ 30733 h 485775"/>
                  <a:gd name="connsiteX35" fmla="*/ 121969 w 485775"/>
                  <a:gd name="connsiteY35" fmla="*/ 33970 h 485775"/>
                  <a:gd name="connsiteX36" fmla="*/ 121299 w 485775"/>
                  <a:gd name="connsiteY36" fmla="*/ 37691 h 485775"/>
                  <a:gd name="connsiteX37" fmla="*/ 124053 w 485775"/>
                  <a:gd name="connsiteY37" fmla="*/ 94468 h 485775"/>
                  <a:gd name="connsiteX38" fmla="*/ 108910 w 485775"/>
                  <a:gd name="connsiteY38" fmla="*/ 108086 h 485775"/>
                  <a:gd name="connsiteX39" fmla="*/ 103478 w 485775"/>
                  <a:gd name="connsiteY39" fmla="*/ 113705 h 485775"/>
                  <a:gd name="connsiteX40" fmla="*/ 95180 w 485775"/>
                  <a:gd name="connsiteY40" fmla="*/ 123230 h 485775"/>
                  <a:gd name="connsiteX41" fmla="*/ 38328 w 485775"/>
                  <a:gd name="connsiteY41" fmla="*/ 120290 h 485775"/>
                  <a:gd name="connsiteX42" fmla="*/ 32709 w 485775"/>
                  <a:gd name="connsiteY42" fmla="*/ 121816 h 485775"/>
                  <a:gd name="connsiteX43" fmla="*/ 31184 w 485775"/>
                  <a:gd name="connsiteY43" fmla="*/ 123044 h 485775"/>
                  <a:gd name="connsiteX44" fmla="*/ 31072 w 485775"/>
                  <a:gd name="connsiteY44" fmla="*/ 123155 h 485775"/>
                  <a:gd name="connsiteX45" fmla="*/ 29435 w 485775"/>
                  <a:gd name="connsiteY45" fmla="*/ 125239 h 485775"/>
                  <a:gd name="connsiteX46" fmla="*/ 7707 w 485775"/>
                  <a:gd name="connsiteY46" fmla="*/ 177626 h 485775"/>
                  <a:gd name="connsiteX47" fmla="*/ 10386 w 485775"/>
                  <a:gd name="connsiteY47" fmla="*/ 187151 h 485775"/>
                  <a:gd name="connsiteX48" fmla="*/ 52504 w 485775"/>
                  <a:gd name="connsiteY48" fmla="*/ 225251 h 485775"/>
                  <a:gd name="connsiteX49" fmla="*/ 51760 w 485775"/>
                  <a:gd name="connsiteY49" fmla="*/ 257250 h 485775"/>
                  <a:gd name="connsiteX50" fmla="*/ 51760 w 485775"/>
                  <a:gd name="connsiteY50" fmla="*/ 258217 h 485775"/>
                  <a:gd name="connsiteX51" fmla="*/ 52430 w 485775"/>
                  <a:gd name="connsiteY51" fmla="*/ 266328 h 485775"/>
                  <a:gd name="connsiteX52" fmla="*/ 10237 w 485775"/>
                  <a:gd name="connsiteY52" fmla="*/ 304242 h 485775"/>
                  <a:gd name="connsiteX53" fmla="*/ 7484 w 485775"/>
                  <a:gd name="connsiteY53" fmla="*/ 313656 h 485775"/>
                  <a:gd name="connsiteX54" fmla="*/ 29101 w 485775"/>
                  <a:gd name="connsiteY54" fmla="*/ 366340 h 485775"/>
                  <a:gd name="connsiteX55" fmla="*/ 37658 w 485775"/>
                  <a:gd name="connsiteY55" fmla="*/ 371103 h 485775"/>
                  <a:gd name="connsiteX56" fmla="*/ 94511 w 485775"/>
                  <a:gd name="connsiteY56" fmla="*/ 368424 h 485775"/>
                  <a:gd name="connsiteX57" fmla="*/ 108129 w 485775"/>
                  <a:gd name="connsiteY57" fmla="*/ 383679 h 485775"/>
                  <a:gd name="connsiteX58" fmla="*/ 123384 w 485775"/>
                  <a:gd name="connsiteY58" fmla="*/ 397297 h 485775"/>
                  <a:gd name="connsiteX59" fmla="*/ 120333 w 485775"/>
                  <a:gd name="connsiteY59" fmla="*/ 454075 h 485775"/>
                  <a:gd name="connsiteX60" fmla="*/ 125096 w 485775"/>
                  <a:gd name="connsiteY60" fmla="*/ 462744 h 485775"/>
                  <a:gd name="connsiteX61" fmla="*/ 177669 w 485775"/>
                  <a:gd name="connsiteY61" fmla="*/ 484548 h 485775"/>
                  <a:gd name="connsiteX62" fmla="*/ 187082 w 485775"/>
                  <a:gd name="connsiteY62" fmla="*/ 481869 h 485775"/>
                  <a:gd name="connsiteX63" fmla="*/ 225368 w 485775"/>
                  <a:gd name="connsiteY63" fmla="*/ 439676 h 485775"/>
                  <a:gd name="connsiteX64" fmla="*/ 266035 w 485775"/>
                  <a:gd name="connsiteY64" fmla="*/ 439787 h 485775"/>
                  <a:gd name="connsiteX65" fmla="*/ 304135 w 485775"/>
                  <a:gd name="connsiteY65" fmla="*/ 482092 h 485775"/>
                  <a:gd name="connsiteX66" fmla="*/ 310981 w 485775"/>
                  <a:gd name="connsiteY66" fmla="*/ 485217 h 485775"/>
                  <a:gd name="connsiteX67" fmla="*/ 313474 w 485775"/>
                  <a:gd name="connsiteY67" fmla="*/ 484845 h 485775"/>
                  <a:gd name="connsiteX68" fmla="*/ 366159 w 485775"/>
                  <a:gd name="connsiteY68" fmla="*/ 463228 h 485775"/>
                  <a:gd name="connsiteX69" fmla="*/ 370921 w 485775"/>
                  <a:gd name="connsiteY69" fmla="*/ 454670 h 485775"/>
                  <a:gd name="connsiteX70" fmla="*/ 368168 w 485775"/>
                  <a:gd name="connsiteY70" fmla="*/ 397818 h 485775"/>
                  <a:gd name="connsiteX71" fmla="*/ 383423 w 485775"/>
                  <a:gd name="connsiteY71" fmla="*/ 384274 h 485775"/>
                  <a:gd name="connsiteX72" fmla="*/ 397152 w 485775"/>
                  <a:gd name="connsiteY72" fmla="*/ 369019 h 485775"/>
                  <a:gd name="connsiteX73" fmla="*/ 453930 w 485775"/>
                  <a:gd name="connsiteY73" fmla="*/ 371958 h 485775"/>
                  <a:gd name="connsiteX74" fmla="*/ 462599 w 485775"/>
                  <a:gd name="connsiteY74" fmla="*/ 367196 h 485775"/>
                  <a:gd name="connsiteX75" fmla="*/ 484403 w 485775"/>
                  <a:gd name="connsiteY75" fmla="*/ 314622 h 485775"/>
                  <a:gd name="connsiteX76" fmla="*/ 481724 w 485775"/>
                  <a:gd name="connsiteY76" fmla="*/ 305209 h 485775"/>
                  <a:gd name="connsiteX77" fmla="*/ 327391 w 485775"/>
                  <a:gd name="connsiteY77" fmla="*/ 330213 h 485775"/>
                  <a:gd name="connsiteX78" fmla="*/ 246317 w 485775"/>
                  <a:gd name="connsiteY78" fmla="*/ 362881 h 485775"/>
                  <a:gd name="connsiteX79" fmla="*/ 162303 w 485775"/>
                  <a:gd name="connsiteY79" fmla="*/ 327162 h 485775"/>
                  <a:gd name="connsiteX80" fmla="*/ 165243 w 485775"/>
                  <a:gd name="connsiteY80" fmla="*/ 162113 h 485775"/>
                  <a:gd name="connsiteX81" fmla="*/ 330292 w 485775"/>
                  <a:gd name="connsiteY81" fmla="*/ 165052 h 485775"/>
                  <a:gd name="connsiteX82" fmla="*/ 327390 w 485775"/>
                  <a:gd name="connsiteY82" fmla="*/ 330216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485775" h="485775">
                    <a:moveTo>
                      <a:pt x="439976" y="267184"/>
                    </a:moveTo>
                    <a:cubicBezTo>
                      <a:pt x="440274" y="264505"/>
                      <a:pt x="440460" y="261752"/>
                      <a:pt x="440646" y="259184"/>
                    </a:cubicBezTo>
                    <a:cubicBezTo>
                      <a:pt x="440758" y="258812"/>
                      <a:pt x="440758" y="258515"/>
                      <a:pt x="440646" y="258143"/>
                    </a:cubicBezTo>
                    <a:cubicBezTo>
                      <a:pt x="441390" y="247464"/>
                      <a:pt x="441130" y="236823"/>
                      <a:pt x="439976" y="226144"/>
                    </a:cubicBezTo>
                    <a:lnTo>
                      <a:pt x="482281" y="188230"/>
                    </a:lnTo>
                    <a:cubicBezTo>
                      <a:pt x="484848" y="185849"/>
                      <a:pt x="486001" y="182240"/>
                      <a:pt x="485034" y="178817"/>
                    </a:cubicBezTo>
                    <a:cubicBezTo>
                      <a:pt x="479974" y="160734"/>
                      <a:pt x="472644" y="142912"/>
                      <a:pt x="463417" y="126132"/>
                    </a:cubicBezTo>
                    <a:cubicBezTo>
                      <a:pt x="463045" y="125462"/>
                      <a:pt x="462561" y="124793"/>
                      <a:pt x="462003" y="124234"/>
                    </a:cubicBezTo>
                    <a:cubicBezTo>
                      <a:pt x="462003" y="124123"/>
                      <a:pt x="461891" y="124048"/>
                      <a:pt x="461817" y="124048"/>
                    </a:cubicBezTo>
                    <a:lnTo>
                      <a:pt x="461817" y="123937"/>
                    </a:lnTo>
                    <a:cubicBezTo>
                      <a:pt x="460775" y="122895"/>
                      <a:pt x="459733" y="122225"/>
                      <a:pt x="458468" y="121853"/>
                    </a:cubicBezTo>
                    <a:cubicBezTo>
                      <a:pt x="457315" y="121370"/>
                      <a:pt x="456087" y="121184"/>
                      <a:pt x="454748" y="121295"/>
                    </a:cubicBezTo>
                    <a:lnTo>
                      <a:pt x="397970" y="124048"/>
                    </a:lnTo>
                    <a:cubicBezTo>
                      <a:pt x="395217" y="120514"/>
                      <a:pt x="392352" y="117388"/>
                      <a:pt x="389785" y="114523"/>
                    </a:cubicBezTo>
                    <a:cubicBezTo>
                      <a:pt x="387961" y="112626"/>
                      <a:pt x="386175" y="110617"/>
                      <a:pt x="384278" y="108794"/>
                    </a:cubicBezTo>
                    <a:cubicBezTo>
                      <a:pt x="379329" y="103845"/>
                      <a:pt x="374381" y="99269"/>
                      <a:pt x="369135" y="95176"/>
                    </a:cubicBezTo>
                    <a:lnTo>
                      <a:pt x="372074" y="38323"/>
                    </a:lnTo>
                    <a:cubicBezTo>
                      <a:pt x="372260" y="36425"/>
                      <a:pt x="371702" y="34416"/>
                      <a:pt x="370549" y="32816"/>
                    </a:cubicBezTo>
                    <a:cubicBezTo>
                      <a:pt x="370251" y="32258"/>
                      <a:pt x="369805" y="31774"/>
                      <a:pt x="369321" y="31291"/>
                    </a:cubicBezTo>
                    <a:lnTo>
                      <a:pt x="369321" y="31179"/>
                    </a:lnTo>
                    <a:lnTo>
                      <a:pt x="369209" y="31179"/>
                    </a:lnTo>
                    <a:lnTo>
                      <a:pt x="369209" y="31068"/>
                    </a:lnTo>
                    <a:cubicBezTo>
                      <a:pt x="368540" y="30398"/>
                      <a:pt x="367796" y="29914"/>
                      <a:pt x="367126" y="29430"/>
                    </a:cubicBezTo>
                    <a:cubicBezTo>
                      <a:pt x="350271" y="20091"/>
                      <a:pt x="332635" y="12762"/>
                      <a:pt x="314738" y="7702"/>
                    </a:cubicBezTo>
                    <a:cubicBezTo>
                      <a:pt x="311315" y="6735"/>
                      <a:pt x="307706" y="7814"/>
                      <a:pt x="305325" y="10455"/>
                    </a:cubicBezTo>
                    <a:lnTo>
                      <a:pt x="267114" y="52574"/>
                    </a:lnTo>
                    <a:cubicBezTo>
                      <a:pt x="264844" y="52276"/>
                      <a:pt x="262537" y="52090"/>
                      <a:pt x="260453" y="52016"/>
                    </a:cubicBezTo>
                    <a:cubicBezTo>
                      <a:pt x="251300" y="51272"/>
                      <a:pt x="242073" y="51160"/>
                      <a:pt x="233106" y="51904"/>
                    </a:cubicBezTo>
                    <a:cubicBezTo>
                      <a:pt x="230837" y="52016"/>
                      <a:pt x="228530" y="52202"/>
                      <a:pt x="226260" y="52462"/>
                    </a:cubicBezTo>
                    <a:lnTo>
                      <a:pt x="188272" y="10158"/>
                    </a:lnTo>
                    <a:cubicBezTo>
                      <a:pt x="186002" y="7591"/>
                      <a:pt x="182356" y="6549"/>
                      <a:pt x="178858" y="7479"/>
                    </a:cubicBezTo>
                    <a:cubicBezTo>
                      <a:pt x="160850" y="12539"/>
                      <a:pt x="143028" y="19758"/>
                      <a:pt x="126174" y="29022"/>
                    </a:cubicBezTo>
                    <a:cubicBezTo>
                      <a:pt x="125504" y="29394"/>
                      <a:pt x="124834" y="29877"/>
                      <a:pt x="124276" y="30436"/>
                    </a:cubicBezTo>
                    <a:cubicBezTo>
                      <a:pt x="124276" y="30547"/>
                      <a:pt x="124164" y="30547"/>
                      <a:pt x="124090" y="30622"/>
                    </a:cubicBezTo>
                    <a:cubicBezTo>
                      <a:pt x="124090" y="30622"/>
                      <a:pt x="124090" y="30733"/>
                      <a:pt x="123978" y="30733"/>
                    </a:cubicBezTo>
                    <a:cubicBezTo>
                      <a:pt x="123011" y="31701"/>
                      <a:pt x="122341" y="32742"/>
                      <a:pt x="121969" y="33970"/>
                    </a:cubicBezTo>
                    <a:cubicBezTo>
                      <a:pt x="121485" y="35124"/>
                      <a:pt x="121299" y="36351"/>
                      <a:pt x="121299" y="37691"/>
                    </a:cubicBezTo>
                    <a:lnTo>
                      <a:pt x="124053" y="94468"/>
                    </a:lnTo>
                    <a:cubicBezTo>
                      <a:pt x="118806" y="98673"/>
                      <a:pt x="113784" y="103249"/>
                      <a:pt x="108910" y="108086"/>
                    </a:cubicBezTo>
                    <a:cubicBezTo>
                      <a:pt x="107012" y="109984"/>
                      <a:pt x="105189" y="111881"/>
                      <a:pt x="103478" y="113705"/>
                    </a:cubicBezTo>
                    <a:cubicBezTo>
                      <a:pt x="100724" y="116644"/>
                      <a:pt x="97971" y="119806"/>
                      <a:pt x="95180" y="123230"/>
                    </a:cubicBezTo>
                    <a:lnTo>
                      <a:pt x="38328" y="120290"/>
                    </a:lnTo>
                    <a:cubicBezTo>
                      <a:pt x="36430" y="120179"/>
                      <a:pt x="34421" y="120774"/>
                      <a:pt x="32709" y="121816"/>
                    </a:cubicBezTo>
                    <a:cubicBezTo>
                      <a:pt x="32226" y="122188"/>
                      <a:pt x="31668" y="122560"/>
                      <a:pt x="31184" y="123044"/>
                    </a:cubicBezTo>
                    <a:lnTo>
                      <a:pt x="31072" y="123155"/>
                    </a:lnTo>
                    <a:cubicBezTo>
                      <a:pt x="30403" y="123825"/>
                      <a:pt x="29919" y="124569"/>
                      <a:pt x="29435" y="125239"/>
                    </a:cubicBezTo>
                    <a:cubicBezTo>
                      <a:pt x="20022" y="142093"/>
                      <a:pt x="12766" y="159730"/>
                      <a:pt x="7707" y="177626"/>
                    </a:cubicBezTo>
                    <a:cubicBezTo>
                      <a:pt x="6739" y="181049"/>
                      <a:pt x="7818" y="184658"/>
                      <a:pt x="10386" y="187151"/>
                    </a:cubicBezTo>
                    <a:lnTo>
                      <a:pt x="52504" y="225251"/>
                    </a:lnTo>
                    <a:cubicBezTo>
                      <a:pt x="51351" y="235744"/>
                      <a:pt x="51090" y="246497"/>
                      <a:pt x="51760" y="257250"/>
                    </a:cubicBezTo>
                    <a:lnTo>
                      <a:pt x="51760" y="258217"/>
                    </a:lnTo>
                    <a:cubicBezTo>
                      <a:pt x="51946" y="260896"/>
                      <a:pt x="52132" y="263649"/>
                      <a:pt x="52430" y="266328"/>
                    </a:cubicBezTo>
                    <a:lnTo>
                      <a:pt x="10237" y="304242"/>
                    </a:lnTo>
                    <a:cubicBezTo>
                      <a:pt x="7670" y="306512"/>
                      <a:pt x="6516" y="310158"/>
                      <a:pt x="7484" y="313656"/>
                    </a:cubicBezTo>
                    <a:cubicBezTo>
                      <a:pt x="12544" y="331664"/>
                      <a:pt x="19762" y="349486"/>
                      <a:pt x="29101" y="366340"/>
                    </a:cubicBezTo>
                    <a:cubicBezTo>
                      <a:pt x="30812" y="369391"/>
                      <a:pt x="34049" y="371215"/>
                      <a:pt x="37658" y="371103"/>
                    </a:cubicBezTo>
                    <a:lnTo>
                      <a:pt x="94511" y="368424"/>
                    </a:lnTo>
                    <a:cubicBezTo>
                      <a:pt x="98604" y="373559"/>
                      <a:pt x="103292" y="378619"/>
                      <a:pt x="108129" y="383679"/>
                    </a:cubicBezTo>
                    <a:cubicBezTo>
                      <a:pt x="113003" y="388553"/>
                      <a:pt x="118026" y="393093"/>
                      <a:pt x="123384" y="397297"/>
                    </a:cubicBezTo>
                    <a:lnTo>
                      <a:pt x="120333" y="454075"/>
                    </a:lnTo>
                    <a:cubicBezTo>
                      <a:pt x="120147" y="457684"/>
                      <a:pt x="122045" y="461032"/>
                      <a:pt x="125096" y="462744"/>
                    </a:cubicBezTo>
                    <a:cubicBezTo>
                      <a:pt x="142062" y="472157"/>
                      <a:pt x="159661" y="479524"/>
                      <a:pt x="177669" y="484548"/>
                    </a:cubicBezTo>
                    <a:cubicBezTo>
                      <a:pt x="181092" y="485515"/>
                      <a:pt x="184701" y="484436"/>
                      <a:pt x="187082" y="481869"/>
                    </a:cubicBezTo>
                    <a:lnTo>
                      <a:pt x="225368" y="439676"/>
                    </a:lnTo>
                    <a:cubicBezTo>
                      <a:pt x="238800" y="441201"/>
                      <a:pt x="252530" y="441313"/>
                      <a:pt x="266035" y="439787"/>
                    </a:cubicBezTo>
                    <a:lnTo>
                      <a:pt x="304135" y="482092"/>
                    </a:lnTo>
                    <a:cubicBezTo>
                      <a:pt x="305958" y="484101"/>
                      <a:pt x="308414" y="485217"/>
                      <a:pt x="310981" y="485217"/>
                    </a:cubicBezTo>
                    <a:cubicBezTo>
                      <a:pt x="311837" y="485217"/>
                      <a:pt x="312693" y="485031"/>
                      <a:pt x="313474" y="484845"/>
                    </a:cubicBezTo>
                    <a:cubicBezTo>
                      <a:pt x="331482" y="479785"/>
                      <a:pt x="349304" y="472566"/>
                      <a:pt x="366159" y="463228"/>
                    </a:cubicBezTo>
                    <a:cubicBezTo>
                      <a:pt x="369210" y="461517"/>
                      <a:pt x="371107" y="458168"/>
                      <a:pt x="370921" y="454670"/>
                    </a:cubicBezTo>
                    <a:lnTo>
                      <a:pt x="368168" y="397818"/>
                    </a:lnTo>
                    <a:cubicBezTo>
                      <a:pt x="373488" y="393613"/>
                      <a:pt x="378548" y="389037"/>
                      <a:pt x="383423" y="384274"/>
                    </a:cubicBezTo>
                    <a:cubicBezTo>
                      <a:pt x="388483" y="379214"/>
                      <a:pt x="392948" y="374265"/>
                      <a:pt x="397152" y="369019"/>
                    </a:cubicBezTo>
                    <a:lnTo>
                      <a:pt x="453930" y="371958"/>
                    </a:lnTo>
                    <a:cubicBezTo>
                      <a:pt x="457539" y="372144"/>
                      <a:pt x="460776" y="370247"/>
                      <a:pt x="462599" y="367196"/>
                    </a:cubicBezTo>
                    <a:cubicBezTo>
                      <a:pt x="472013" y="350341"/>
                      <a:pt x="479380" y="332630"/>
                      <a:pt x="484403" y="314622"/>
                    </a:cubicBezTo>
                    <a:cubicBezTo>
                      <a:pt x="485370" y="311274"/>
                      <a:pt x="484291" y="307590"/>
                      <a:pt x="481724" y="305209"/>
                    </a:cubicBezTo>
                    <a:close/>
                    <a:moveTo>
                      <a:pt x="327391" y="330213"/>
                    </a:moveTo>
                    <a:cubicBezTo>
                      <a:pt x="304806" y="352017"/>
                      <a:pt x="275561" y="362881"/>
                      <a:pt x="246317" y="362881"/>
                    </a:cubicBezTo>
                    <a:cubicBezTo>
                      <a:pt x="215733" y="362881"/>
                      <a:pt x="185148" y="350863"/>
                      <a:pt x="162303" y="327162"/>
                    </a:cubicBezTo>
                    <a:cubicBezTo>
                      <a:pt x="117618" y="280876"/>
                      <a:pt x="118957" y="206871"/>
                      <a:pt x="165243" y="162113"/>
                    </a:cubicBezTo>
                    <a:cubicBezTo>
                      <a:pt x="211528" y="117355"/>
                      <a:pt x="285534" y="118766"/>
                      <a:pt x="330292" y="165052"/>
                    </a:cubicBezTo>
                    <a:cubicBezTo>
                      <a:pt x="375126" y="211561"/>
                      <a:pt x="373713" y="285562"/>
                      <a:pt x="327390" y="3302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5C7DB69E-5343-4000-8F6D-2EF9B57E816C}"/>
                  </a:ext>
                </a:extLst>
              </p:cNvPr>
              <p:cNvSpPr/>
              <p:nvPr/>
            </p:nvSpPr>
            <p:spPr>
              <a:xfrm>
                <a:off x="6291443" y="20141793"/>
                <a:ext cx="390525" cy="390525"/>
              </a:xfrm>
              <a:custGeom>
                <a:avLst/>
                <a:gdLst>
                  <a:gd name="connsiteX0" fmla="*/ 335446 w 390525"/>
                  <a:gd name="connsiteY0" fmla="*/ 244736 h 390525"/>
                  <a:gd name="connsiteX1" fmla="*/ 375072 w 390525"/>
                  <a:gd name="connsiteY1" fmla="*/ 232346 h 390525"/>
                  <a:gd name="connsiteX2" fmla="*/ 381546 w 390525"/>
                  <a:gd name="connsiteY2" fmla="*/ 224905 h 390525"/>
                  <a:gd name="connsiteX3" fmla="*/ 383258 w 390525"/>
                  <a:gd name="connsiteY3" fmla="*/ 181670 h 390525"/>
                  <a:gd name="connsiteX4" fmla="*/ 377528 w 390525"/>
                  <a:gd name="connsiteY4" fmla="*/ 173782 h 390525"/>
                  <a:gd name="connsiteX5" fmla="*/ 339055 w 390525"/>
                  <a:gd name="connsiteY5" fmla="*/ 158341 h 390525"/>
                  <a:gd name="connsiteX6" fmla="*/ 337716 w 390525"/>
                  <a:gd name="connsiteY6" fmla="*/ 153579 h 390525"/>
                  <a:gd name="connsiteX7" fmla="*/ 337418 w 390525"/>
                  <a:gd name="connsiteY7" fmla="*/ 152723 h 390525"/>
                  <a:gd name="connsiteX8" fmla="*/ 329047 w 390525"/>
                  <a:gd name="connsiteY8" fmla="*/ 131292 h 390525"/>
                  <a:gd name="connsiteX9" fmla="*/ 348394 w 390525"/>
                  <a:gd name="connsiteY9" fmla="*/ 94605 h 390525"/>
                  <a:gd name="connsiteX10" fmla="*/ 347724 w 390525"/>
                  <a:gd name="connsiteY10" fmla="*/ 84969 h 390525"/>
                  <a:gd name="connsiteX11" fmla="*/ 318480 w 390525"/>
                  <a:gd name="connsiteY11" fmla="*/ 53045 h 390525"/>
                  <a:gd name="connsiteX12" fmla="*/ 316470 w 390525"/>
                  <a:gd name="connsiteY12" fmla="*/ 51631 h 390525"/>
                  <a:gd name="connsiteX13" fmla="*/ 315912 w 390525"/>
                  <a:gd name="connsiteY13" fmla="*/ 51333 h 390525"/>
                  <a:gd name="connsiteX14" fmla="*/ 315801 w 390525"/>
                  <a:gd name="connsiteY14" fmla="*/ 51333 h 390525"/>
                  <a:gd name="connsiteX15" fmla="*/ 312378 w 390525"/>
                  <a:gd name="connsiteY15" fmla="*/ 50663 h 390525"/>
                  <a:gd name="connsiteX16" fmla="*/ 311708 w 390525"/>
                  <a:gd name="connsiteY16" fmla="*/ 50663 h 390525"/>
                  <a:gd name="connsiteX17" fmla="*/ 308768 w 390525"/>
                  <a:gd name="connsiteY17" fmla="*/ 51407 h 390525"/>
                  <a:gd name="connsiteX18" fmla="*/ 270557 w 390525"/>
                  <a:gd name="connsiteY18" fmla="*/ 67704 h 390525"/>
                  <a:gd name="connsiteX19" fmla="*/ 263302 w 390525"/>
                  <a:gd name="connsiteY19" fmla="*/ 63685 h 390525"/>
                  <a:gd name="connsiteX20" fmla="*/ 257795 w 390525"/>
                  <a:gd name="connsiteY20" fmla="*/ 61006 h 390525"/>
                  <a:gd name="connsiteX21" fmla="*/ 244475 w 390525"/>
                  <a:gd name="connsiteY21" fmla="*/ 55574 h 390525"/>
                  <a:gd name="connsiteX22" fmla="*/ 232197 w 390525"/>
                  <a:gd name="connsiteY22" fmla="*/ 15948 h 390525"/>
                  <a:gd name="connsiteX23" fmla="*/ 228848 w 390525"/>
                  <a:gd name="connsiteY23" fmla="*/ 11186 h 390525"/>
                  <a:gd name="connsiteX24" fmla="*/ 226764 w 390525"/>
                  <a:gd name="connsiteY24" fmla="*/ 10032 h 390525"/>
                  <a:gd name="connsiteX25" fmla="*/ 226764 w 390525"/>
                  <a:gd name="connsiteY25" fmla="*/ 9921 h 390525"/>
                  <a:gd name="connsiteX26" fmla="*/ 226653 w 390525"/>
                  <a:gd name="connsiteY26" fmla="*/ 9921 h 390525"/>
                  <a:gd name="connsiteX27" fmla="*/ 224569 w 390525"/>
                  <a:gd name="connsiteY27" fmla="*/ 9363 h 390525"/>
                  <a:gd name="connsiteX28" fmla="*/ 181521 w 390525"/>
                  <a:gd name="connsiteY28" fmla="*/ 7651 h 390525"/>
                  <a:gd name="connsiteX29" fmla="*/ 173633 w 390525"/>
                  <a:gd name="connsiteY29" fmla="*/ 13381 h 390525"/>
                  <a:gd name="connsiteX30" fmla="*/ 158192 w 390525"/>
                  <a:gd name="connsiteY30" fmla="*/ 51854 h 390525"/>
                  <a:gd name="connsiteX31" fmla="*/ 154397 w 390525"/>
                  <a:gd name="connsiteY31" fmla="*/ 53007 h 390525"/>
                  <a:gd name="connsiteX32" fmla="*/ 134863 w 390525"/>
                  <a:gd name="connsiteY32" fmla="*/ 60039 h 390525"/>
                  <a:gd name="connsiteX33" fmla="*/ 131142 w 390525"/>
                  <a:gd name="connsiteY33" fmla="*/ 61862 h 390525"/>
                  <a:gd name="connsiteX34" fmla="*/ 94456 w 390525"/>
                  <a:gd name="connsiteY34" fmla="*/ 42515 h 390525"/>
                  <a:gd name="connsiteX35" fmla="*/ 84745 w 390525"/>
                  <a:gd name="connsiteY35" fmla="*/ 43185 h 390525"/>
                  <a:gd name="connsiteX36" fmla="*/ 52821 w 390525"/>
                  <a:gd name="connsiteY36" fmla="*/ 72429 h 390525"/>
                  <a:gd name="connsiteX37" fmla="*/ 51780 w 390525"/>
                  <a:gd name="connsiteY37" fmla="*/ 74067 h 390525"/>
                  <a:gd name="connsiteX38" fmla="*/ 51593 w 390525"/>
                  <a:gd name="connsiteY38" fmla="*/ 74364 h 390525"/>
                  <a:gd name="connsiteX39" fmla="*/ 51593 w 390525"/>
                  <a:gd name="connsiteY39" fmla="*/ 74476 h 390525"/>
                  <a:gd name="connsiteX40" fmla="*/ 51482 w 390525"/>
                  <a:gd name="connsiteY40" fmla="*/ 74476 h 390525"/>
                  <a:gd name="connsiteX41" fmla="*/ 50514 w 390525"/>
                  <a:gd name="connsiteY41" fmla="*/ 78755 h 390525"/>
                  <a:gd name="connsiteX42" fmla="*/ 51259 w 390525"/>
                  <a:gd name="connsiteY42" fmla="*/ 82289 h 390525"/>
                  <a:gd name="connsiteX43" fmla="*/ 67555 w 390525"/>
                  <a:gd name="connsiteY43" fmla="*/ 120501 h 390525"/>
                  <a:gd name="connsiteX44" fmla="*/ 60895 w 390525"/>
                  <a:gd name="connsiteY44" fmla="*/ 133262 h 390525"/>
                  <a:gd name="connsiteX45" fmla="*/ 58625 w 390525"/>
                  <a:gd name="connsiteY45" fmla="*/ 138694 h 390525"/>
                  <a:gd name="connsiteX46" fmla="*/ 55574 w 390525"/>
                  <a:gd name="connsiteY46" fmla="*/ 146582 h 390525"/>
                  <a:gd name="connsiteX47" fmla="*/ 15911 w 390525"/>
                  <a:gd name="connsiteY47" fmla="*/ 158898 h 390525"/>
                  <a:gd name="connsiteX48" fmla="*/ 11149 w 390525"/>
                  <a:gd name="connsiteY48" fmla="*/ 162247 h 390525"/>
                  <a:gd name="connsiteX49" fmla="*/ 9921 w 390525"/>
                  <a:gd name="connsiteY49" fmla="*/ 164330 h 390525"/>
                  <a:gd name="connsiteX50" fmla="*/ 9921 w 390525"/>
                  <a:gd name="connsiteY50" fmla="*/ 164442 h 390525"/>
                  <a:gd name="connsiteX51" fmla="*/ 9363 w 390525"/>
                  <a:gd name="connsiteY51" fmla="*/ 166526 h 390525"/>
                  <a:gd name="connsiteX52" fmla="*/ 7651 w 390525"/>
                  <a:gd name="connsiteY52" fmla="*/ 209574 h 390525"/>
                  <a:gd name="connsiteX53" fmla="*/ 13381 w 390525"/>
                  <a:gd name="connsiteY53" fmla="*/ 217462 h 390525"/>
                  <a:gd name="connsiteX54" fmla="*/ 51854 w 390525"/>
                  <a:gd name="connsiteY54" fmla="*/ 232903 h 390525"/>
                  <a:gd name="connsiteX55" fmla="*/ 59369 w 390525"/>
                  <a:gd name="connsiteY55" fmla="*/ 254706 h 390525"/>
                  <a:gd name="connsiteX56" fmla="*/ 59667 w 390525"/>
                  <a:gd name="connsiteY56" fmla="*/ 255450 h 390525"/>
                  <a:gd name="connsiteX57" fmla="*/ 61751 w 390525"/>
                  <a:gd name="connsiteY57" fmla="*/ 260027 h 390525"/>
                  <a:gd name="connsiteX58" fmla="*/ 42403 w 390525"/>
                  <a:gd name="connsiteY58" fmla="*/ 296601 h 390525"/>
                  <a:gd name="connsiteX59" fmla="*/ 43073 w 390525"/>
                  <a:gd name="connsiteY59" fmla="*/ 306312 h 390525"/>
                  <a:gd name="connsiteX60" fmla="*/ 72318 w 390525"/>
                  <a:gd name="connsiteY60" fmla="*/ 338236 h 390525"/>
                  <a:gd name="connsiteX61" fmla="*/ 81954 w 390525"/>
                  <a:gd name="connsiteY61" fmla="*/ 339761 h 390525"/>
                  <a:gd name="connsiteX62" fmla="*/ 120166 w 390525"/>
                  <a:gd name="connsiteY62" fmla="*/ 323465 h 390525"/>
                  <a:gd name="connsiteX63" fmla="*/ 133040 w 390525"/>
                  <a:gd name="connsiteY63" fmla="*/ 330125 h 390525"/>
                  <a:gd name="connsiteX64" fmla="*/ 146359 w 390525"/>
                  <a:gd name="connsiteY64" fmla="*/ 335557 h 390525"/>
                  <a:gd name="connsiteX65" fmla="*/ 158749 w 390525"/>
                  <a:gd name="connsiteY65" fmla="*/ 375295 h 390525"/>
                  <a:gd name="connsiteX66" fmla="*/ 166191 w 390525"/>
                  <a:gd name="connsiteY66" fmla="*/ 381694 h 390525"/>
                  <a:gd name="connsiteX67" fmla="*/ 195138 w 390525"/>
                  <a:gd name="connsiteY67" fmla="*/ 383889 h 390525"/>
                  <a:gd name="connsiteX68" fmla="*/ 209314 w 390525"/>
                  <a:gd name="connsiteY68" fmla="*/ 383331 h 390525"/>
                  <a:gd name="connsiteX69" fmla="*/ 217202 w 390525"/>
                  <a:gd name="connsiteY69" fmla="*/ 377601 h 390525"/>
                  <a:gd name="connsiteX70" fmla="*/ 232717 w 390525"/>
                  <a:gd name="connsiteY70" fmla="*/ 339018 h 390525"/>
                  <a:gd name="connsiteX71" fmla="*/ 259581 w 390525"/>
                  <a:gd name="connsiteY71" fmla="*/ 329195 h 390525"/>
                  <a:gd name="connsiteX72" fmla="*/ 296342 w 390525"/>
                  <a:gd name="connsiteY72" fmla="*/ 348543 h 390525"/>
                  <a:gd name="connsiteX73" fmla="*/ 306052 w 390525"/>
                  <a:gd name="connsiteY73" fmla="*/ 347873 h 390525"/>
                  <a:gd name="connsiteX74" fmla="*/ 337864 w 390525"/>
                  <a:gd name="connsiteY74" fmla="*/ 318628 h 390525"/>
                  <a:gd name="connsiteX75" fmla="*/ 339501 w 390525"/>
                  <a:gd name="connsiteY75" fmla="*/ 308992 h 390525"/>
                  <a:gd name="connsiteX76" fmla="*/ 323205 w 390525"/>
                  <a:gd name="connsiteY76" fmla="*/ 270780 h 390525"/>
                  <a:gd name="connsiteX77" fmla="*/ 329865 w 390525"/>
                  <a:gd name="connsiteY77" fmla="*/ 257906 h 390525"/>
                  <a:gd name="connsiteX78" fmla="*/ 335446 w 390525"/>
                  <a:gd name="connsiteY78" fmla="*/ 244735 h 390525"/>
                  <a:gd name="connsiteX79" fmla="*/ 276325 w 390525"/>
                  <a:gd name="connsiteY79" fmla="*/ 234727 h 390525"/>
                  <a:gd name="connsiteX80" fmla="*/ 224979 w 390525"/>
                  <a:gd name="connsiteY80" fmla="*/ 280529 h 390525"/>
                  <a:gd name="connsiteX81" fmla="*/ 195362 w 390525"/>
                  <a:gd name="connsiteY81" fmla="*/ 285590 h 390525"/>
                  <a:gd name="connsiteX82" fmla="*/ 156294 w 390525"/>
                  <a:gd name="connsiteY82" fmla="*/ 276548 h 390525"/>
                  <a:gd name="connsiteX83" fmla="*/ 110492 w 390525"/>
                  <a:gd name="connsiteY83" fmla="*/ 225203 h 390525"/>
                  <a:gd name="connsiteX84" fmla="*/ 114511 w 390525"/>
                  <a:gd name="connsiteY84" fmla="*/ 156519 h 390525"/>
                  <a:gd name="connsiteX85" fmla="*/ 234545 w 390525"/>
                  <a:gd name="connsiteY85" fmla="*/ 114698 h 390525"/>
                  <a:gd name="connsiteX86" fmla="*/ 276328 w 390525"/>
                  <a:gd name="connsiteY86" fmla="*/ 234733 h 39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390525" h="390525">
                    <a:moveTo>
                      <a:pt x="335446" y="244736"/>
                    </a:moveTo>
                    <a:lnTo>
                      <a:pt x="375072" y="232346"/>
                    </a:lnTo>
                    <a:cubicBezTo>
                      <a:pt x="378495" y="231304"/>
                      <a:pt x="380988" y="228439"/>
                      <a:pt x="381546" y="224905"/>
                    </a:cubicBezTo>
                    <a:cubicBezTo>
                      <a:pt x="383741" y="210432"/>
                      <a:pt x="384299" y="195957"/>
                      <a:pt x="383258" y="181670"/>
                    </a:cubicBezTo>
                    <a:cubicBezTo>
                      <a:pt x="382960" y="178135"/>
                      <a:pt x="380765" y="175084"/>
                      <a:pt x="377528" y="173782"/>
                    </a:cubicBezTo>
                    <a:lnTo>
                      <a:pt x="339055" y="158341"/>
                    </a:lnTo>
                    <a:cubicBezTo>
                      <a:pt x="338683" y="156704"/>
                      <a:pt x="338200" y="155216"/>
                      <a:pt x="337716" y="153579"/>
                    </a:cubicBezTo>
                    <a:cubicBezTo>
                      <a:pt x="337604" y="153281"/>
                      <a:pt x="337530" y="153020"/>
                      <a:pt x="337418" y="152723"/>
                    </a:cubicBezTo>
                    <a:cubicBezTo>
                      <a:pt x="335223" y="145393"/>
                      <a:pt x="332358" y="138138"/>
                      <a:pt x="329047" y="131292"/>
                    </a:cubicBezTo>
                    <a:lnTo>
                      <a:pt x="348394" y="94605"/>
                    </a:lnTo>
                    <a:cubicBezTo>
                      <a:pt x="350105" y="91554"/>
                      <a:pt x="349808" y="87759"/>
                      <a:pt x="347724" y="84969"/>
                    </a:cubicBezTo>
                    <a:cubicBezTo>
                      <a:pt x="339353" y="73360"/>
                      <a:pt x="329530" y="62682"/>
                      <a:pt x="318480" y="53045"/>
                    </a:cubicBezTo>
                    <a:cubicBezTo>
                      <a:pt x="317810" y="52487"/>
                      <a:pt x="317140" y="52003"/>
                      <a:pt x="316470" y="51631"/>
                    </a:cubicBezTo>
                    <a:cubicBezTo>
                      <a:pt x="316284" y="51519"/>
                      <a:pt x="316098" y="51445"/>
                      <a:pt x="315912" y="51333"/>
                    </a:cubicBezTo>
                    <a:lnTo>
                      <a:pt x="315801" y="51333"/>
                    </a:lnTo>
                    <a:cubicBezTo>
                      <a:pt x="314647" y="50849"/>
                      <a:pt x="313531" y="50663"/>
                      <a:pt x="312378" y="50663"/>
                    </a:cubicBezTo>
                    <a:lnTo>
                      <a:pt x="311708" y="50663"/>
                    </a:lnTo>
                    <a:cubicBezTo>
                      <a:pt x="310666" y="50775"/>
                      <a:pt x="309699" y="51035"/>
                      <a:pt x="308768" y="51407"/>
                    </a:cubicBezTo>
                    <a:lnTo>
                      <a:pt x="270557" y="67704"/>
                    </a:lnTo>
                    <a:cubicBezTo>
                      <a:pt x="268064" y="66178"/>
                      <a:pt x="265609" y="64951"/>
                      <a:pt x="263302" y="63685"/>
                    </a:cubicBezTo>
                    <a:cubicBezTo>
                      <a:pt x="261478" y="62718"/>
                      <a:pt x="259693" y="61788"/>
                      <a:pt x="257795" y="61006"/>
                    </a:cubicBezTo>
                    <a:cubicBezTo>
                      <a:pt x="253405" y="58997"/>
                      <a:pt x="248828" y="57211"/>
                      <a:pt x="244475" y="55574"/>
                    </a:cubicBezTo>
                    <a:lnTo>
                      <a:pt x="232197" y="15948"/>
                    </a:lnTo>
                    <a:cubicBezTo>
                      <a:pt x="231527" y="14051"/>
                      <a:pt x="230373" y="12414"/>
                      <a:pt x="228848" y="11186"/>
                    </a:cubicBezTo>
                    <a:cubicBezTo>
                      <a:pt x="228178" y="10702"/>
                      <a:pt x="227434" y="10330"/>
                      <a:pt x="226764" y="10032"/>
                    </a:cubicBezTo>
                    <a:lnTo>
                      <a:pt x="226764" y="9921"/>
                    </a:lnTo>
                    <a:lnTo>
                      <a:pt x="226653" y="9921"/>
                    </a:lnTo>
                    <a:cubicBezTo>
                      <a:pt x="225909" y="9623"/>
                      <a:pt x="225239" y="9437"/>
                      <a:pt x="224569" y="9363"/>
                    </a:cubicBezTo>
                    <a:cubicBezTo>
                      <a:pt x="210170" y="7168"/>
                      <a:pt x="195697" y="6609"/>
                      <a:pt x="181521" y="7651"/>
                    </a:cubicBezTo>
                    <a:cubicBezTo>
                      <a:pt x="177986" y="7949"/>
                      <a:pt x="174935" y="10144"/>
                      <a:pt x="173633" y="13381"/>
                    </a:cubicBezTo>
                    <a:lnTo>
                      <a:pt x="158192" y="51854"/>
                    </a:lnTo>
                    <a:cubicBezTo>
                      <a:pt x="156853" y="52226"/>
                      <a:pt x="155625" y="52523"/>
                      <a:pt x="154397" y="53007"/>
                    </a:cubicBezTo>
                    <a:cubicBezTo>
                      <a:pt x="147737" y="54904"/>
                      <a:pt x="141077" y="57286"/>
                      <a:pt x="134863" y="60039"/>
                    </a:cubicBezTo>
                    <a:cubicBezTo>
                      <a:pt x="133524" y="60597"/>
                      <a:pt x="132370" y="61267"/>
                      <a:pt x="131142" y="61862"/>
                    </a:cubicBezTo>
                    <a:lnTo>
                      <a:pt x="94456" y="42515"/>
                    </a:lnTo>
                    <a:cubicBezTo>
                      <a:pt x="91405" y="40803"/>
                      <a:pt x="87610" y="41101"/>
                      <a:pt x="84745" y="43185"/>
                    </a:cubicBezTo>
                    <a:cubicBezTo>
                      <a:pt x="73211" y="51556"/>
                      <a:pt x="62459" y="61379"/>
                      <a:pt x="52821" y="72429"/>
                    </a:cubicBezTo>
                    <a:cubicBezTo>
                      <a:pt x="52449" y="72913"/>
                      <a:pt x="52077" y="73471"/>
                      <a:pt x="51780" y="74067"/>
                    </a:cubicBezTo>
                    <a:cubicBezTo>
                      <a:pt x="51668" y="74178"/>
                      <a:pt x="51593" y="74253"/>
                      <a:pt x="51593" y="74364"/>
                    </a:cubicBezTo>
                    <a:lnTo>
                      <a:pt x="51593" y="74476"/>
                    </a:lnTo>
                    <a:lnTo>
                      <a:pt x="51482" y="74476"/>
                    </a:lnTo>
                    <a:cubicBezTo>
                      <a:pt x="50812" y="75890"/>
                      <a:pt x="50514" y="77341"/>
                      <a:pt x="50514" y="78755"/>
                    </a:cubicBezTo>
                    <a:cubicBezTo>
                      <a:pt x="50514" y="79982"/>
                      <a:pt x="50812" y="81136"/>
                      <a:pt x="51259" y="82289"/>
                    </a:cubicBezTo>
                    <a:lnTo>
                      <a:pt x="67555" y="120501"/>
                    </a:lnTo>
                    <a:cubicBezTo>
                      <a:pt x="65174" y="124519"/>
                      <a:pt x="62904" y="128798"/>
                      <a:pt x="60895" y="133262"/>
                    </a:cubicBezTo>
                    <a:cubicBezTo>
                      <a:pt x="60039" y="135085"/>
                      <a:pt x="59183" y="136983"/>
                      <a:pt x="58625" y="138694"/>
                    </a:cubicBezTo>
                    <a:cubicBezTo>
                      <a:pt x="57472" y="141187"/>
                      <a:pt x="56616" y="143829"/>
                      <a:pt x="55574" y="146582"/>
                    </a:cubicBezTo>
                    <a:lnTo>
                      <a:pt x="15911" y="158898"/>
                    </a:lnTo>
                    <a:cubicBezTo>
                      <a:pt x="14014" y="159568"/>
                      <a:pt x="12377" y="160721"/>
                      <a:pt x="11149" y="162247"/>
                    </a:cubicBezTo>
                    <a:cubicBezTo>
                      <a:pt x="10665" y="162916"/>
                      <a:pt x="10293" y="163661"/>
                      <a:pt x="9921" y="164330"/>
                    </a:cubicBezTo>
                    <a:lnTo>
                      <a:pt x="9921" y="164442"/>
                    </a:lnTo>
                    <a:cubicBezTo>
                      <a:pt x="9623" y="165186"/>
                      <a:pt x="9437" y="165856"/>
                      <a:pt x="9363" y="166526"/>
                    </a:cubicBezTo>
                    <a:cubicBezTo>
                      <a:pt x="7168" y="180925"/>
                      <a:pt x="6609" y="195398"/>
                      <a:pt x="7651" y="209574"/>
                    </a:cubicBezTo>
                    <a:cubicBezTo>
                      <a:pt x="7949" y="213108"/>
                      <a:pt x="10144" y="216159"/>
                      <a:pt x="13381" y="217462"/>
                    </a:cubicBezTo>
                    <a:lnTo>
                      <a:pt x="51854" y="232903"/>
                    </a:lnTo>
                    <a:cubicBezTo>
                      <a:pt x="53751" y="240344"/>
                      <a:pt x="56318" y="247674"/>
                      <a:pt x="59369" y="254706"/>
                    </a:cubicBezTo>
                    <a:cubicBezTo>
                      <a:pt x="59481" y="255004"/>
                      <a:pt x="59555" y="255264"/>
                      <a:pt x="59667" y="255450"/>
                    </a:cubicBezTo>
                    <a:cubicBezTo>
                      <a:pt x="60337" y="257088"/>
                      <a:pt x="61081" y="258501"/>
                      <a:pt x="61751" y="260027"/>
                    </a:cubicBezTo>
                    <a:lnTo>
                      <a:pt x="42403" y="296601"/>
                    </a:lnTo>
                    <a:cubicBezTo>
                      <a:pt x="40692" y="299652"/>
                      <a:pt x="40989" y="303447"/>
                      <a:pt x="43073" y="306312"/>
                    </a:cubicBezTo>
                    <a:cubicBezTo>
                      <a:pt x="51370" y="317846"/>
                      <a:pt x="61155" y="328487"/>
                      <a:pt x="72318" y="338236"/>
                    </a:cubicBezTo>
                    <a:cubicBezTo>
                      <a:pt x="74997" y="340505"/>
                      <a:pt x="78717" y="341101"/>
                      <a:pt x="81954" y="339761"/>
                    </a:cubicBezTo>
                    <a:lnTo>
                      <a:pt x="120166" y="323465"/>
                    </a:lnTo>
                    <a:cubicBezTo>
                      <a:pt x="124184" y="325846"/>
                      <a:pt x="128463" y="328041"/>
                      <a:pt x="133040" y="330125"/>
                    </a:cubicBezTo>
                    <a:cubicBezTo>
                      <a:pt x="137430" y="332134"/>
                      <a:pt x="142007" y="334032"/>
                      <a:pt x="146359" y="335557"/>
                    </a:cubicBezTo>
                    <a:lnTo>
                      <a:pt x="158749" y="375295"/>
                    </a:lnTo>
                    <a:cubicBezTo>
                      <a:pt x="159791" y="378643"/>
                      <a:pt x="162656" y="381099"/>
                      <a:pt x="166191" y="381694"/>
                    </a:cubicBezTo>
                    <a:cubicBezTo>
                      <a:pt x="175827" y="383220"/>
                      <a:pt x="185538" y="383889"/>
                      <a:pt x="195138" y="383889"/>
                    </a:cubicBezTo>
                    <a:cubicBezTo>
                      <a:pt x="199901" y="383889"/>
                      <a:pt x="204663" y="383703"/>
                      <a:pt x="209314" y="383331"/>
                    </a:cubicBezTo>
                    <a:cubicBezTo>
                      <a:pt x="212849" y="383034"/>
                      <a:pt x="215788" y="380838"/>
                      <a:pt x="217202" y="377601"/>
                    </a:cubicBezTo>
                    <a:lnTo>
                      <a:pt x="232717" y="339018"/>
                    </a:lnTo>
                    <a:cubicBezTo>
                      <a:pt x="241945" y="336748"/>
                      <a:pt x="250912" y="333288"/>
                      <a:pt x="259581" y="329195"/>
                    </a:cubicBezTo>
                    <a:lnTo>
                      <a:pt x="296342" y="348543"/>
                    </a:lnTo>
                    <a:cubicBezTo>
                      <a:pt x="299393" y="350254"/>
                      <a:pt x="303188" y="349956"/>
                      <a:pt x="306052" y="347873"/>
                    </a:cubicBezTo>
                    <a:cubicBezTo>
                      <a:pt x="317586" y="339501"/>
                      <a:pt x="328228" y="329678"/>
                      <a:pt x="337864" y="318628"/>
                    </a:cubicBezTo>
                    <a:cubicBezTo>
                      <a:pt x="340134" y="315949"/>
                      <a:pt x="340803" y="312229"/>
                      <a:pt x="339501" y="308992"/>
                    </a:cubicBezTo>
                    <a:lnTo>
                      <a:pt x="323205" y="270780"/>
                    </a:lnTo>
                    <a:cubicBezTo>
                      <a:pt x="325586" y="266688"/>
                      <a:pt x="327856" y="262409"/>
                      <a:pt x="329865" y="257906"/>
                    </a:cubicBezTo>
                    <a:cubicBezTo>
                      <a:pt x="332135" y="253590"/>
                      <a:pt x="333846" y="249125"/>
                      <a:pt x="335446" y="244735"/>
                    </a:cubicBezTo>
                    <a:close/>
                    <a:moveTo>
                      <a:pt x="276325" y="234727"/>
                    </a:moveTo>
                    <a:cubicBezTo>
                      <a:pt x="265944" y="256344"/>
                      <a:pt x="247749" y="272642"/>
                      <a:pt x="224979" y="280529"/>
                    </a:cubicBezTo>
                    <a:cubicBezTo>
                      <a:pt x="215343" y="283878"/>
                      <a:pt x="205259" y="285590"/>
                      <a:pt x="195362" y="285590"/>
                    </a:cubicBezTo>
                    <a:cubicBezTo>
                      <a:pt x="182042" y="285590"/>
                      <a:pt x="168684" y="282650"/>
                      <a:pt x="156294" y="276548"/>
                    </a:cubicBezTo>
                    <a:cubicBezTo>
                      <a:pt x="134677" y="266168"/>
                      <a:pt x="118380" y="247862"/>
                      <a:pt x="110492" y="225203"/>
                    </a:cubicBezTo>
                    <a:cubicBezTo>
                      <a:pt x="102605" y="202544"/>
                      <a:pt x="104018" y="178136"/>
                      <a:pt x="114511" y="156519"/>
                    </a:cubicBezTo>
                    <a:cubicBezTo>
                      <a:pt x="135942" y="111945"/>
                      <a:pt x="189855" y="93193"/>
                      <a:pt x="234545" y="114698"/>
                    </a:cubicBezTo>
                    <a:cubicBezTo>
                      <a:pt x="279156" y="136353"/>
                      <a:pt x="297945" y="190155"/>
                      <a:pt x="276328" y="23473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36C8F0A5-DDD0-4E47-AF30-3192ED09E2B2}"/>
                  </a:ext>
                </a:extLst>
              </p:cNvPr>
              <p:cNvSpPr/>
              <p:nvPr/>
            </p:nvSpPr>
            <p:spPr>
              <a:xfrm>
                <a:off x="6659634" y="20256847"/>
                <a:ext cx="295275" cy="295275"/>
              </a:xfrm>
              <a:custGeom>
                <a:avLst/>
                <a:gdLst>
                  <a:gd name="connsiteX0" fmla="*/ 285304 w 295275"/>
                  <a:gd name="connsiteY0" fmla="*/ 123587 h 295275"/>
                  <a:gd name="connsiteX1" fmla="*/ 257101 w 295275"/>
                  <a:gd name="connsiteY1" fmla="*/ 114062 h 295275"/>
                  <a:gd name="connsiteX2" fmla="*/ 256357 w 295275"/>
                  <a:gd name="connsiteY2" fmla="*/ 111680 h 295275"/>
                  <a:gd name="connsiteX3" fmla="*/ 255985 w 295275"/>
                  <a:gd name="connsiteY3" fmla="*/ 110936 h 295275"/>
                  <a:gd name="connsiteX4" fmla="*/ 249399 w 295275"/>
                  <a:gd name="connsiteY4" fmla="*/ 96165 h 295275"/>
                  <a:gd name="connsiteX5" fmla="*/ 261678 w 295275"/>
                  <a:gd name="connsiteY5" fmla="*/ 69227 h 295275"/>
                  <a:gd name="connsiteX6" fmla="*/ 260450 w 295275"/>
                  <a:gd name="connsiteY6" fmla="*/ 59516 h 295275"/>
                  <a:gd name="connsiteX7" fmla="*/ 236935 w 295275"/>
                  <a:gd name="connsiteY7" fmla="*/ 36746 h 295275"/>
                  <a:gd name="connsiteX8" fmla="*/ 235967 w 295275"/>
                  <a:gd name="connsiteY8" fmla="*/ 36076 h 295275"/>
                  <a:gd name="connsiteX9" fmla="*/ 235856 w 295275"/>
                  <a:gd name="connsiteY9" fmla="*/ 35965 h 295275"/>
                  <a:gd name="connsiteX10" fmla="*/ 231577 w 295275"/>
                  <a:gd name="connsiteY10" fmla="*/ 34737 h 295275"/>
                  <a:gd name="connsiteX11" fmla="*/ 227112 w 295275"/>
                  <a:gd name="connsiteY11" fmla="*/ 35704 h 295275"/>
                  <a:gd name="connsiteX12" fmla="*/ 200434 w 295275"/>
                  <a:gd name="connsiteY12" fmla="*/ 48949 h 295275"/>
                  <a:gd name="connsiteX13" fmla="*/ 195783 w 295275"/>
                  <a:gd name="connsiteY13" fmla="*/ 46754 h 295275"/>
                  <a:gd name="connsiteX14" fmla="*/ 191505 w 295275"/>
                  <a:gd name="connsiteY14" fmla="*/ 44931 h 295275"/>
                  <a:gd name="connsiteX15" fmla="*/ 182277 w 295275"/>
                  <a:gd name="connsiteY15" fmla="*/ 41806 h 295275"/>
                  <a:gd name="connsiteX16" fmla="*/ 171897 w 295275"/>
                  <a:gd name="connsiteY16" fmla="*/ 13900 h 295275"/>
                  <a:gd name="connsiteX17" fmla="*/ 168548 w 295275"/>
                  <a:gd name="connsiteY17" fmla="*/ 9510 h 295275"/>
                  <a:gd name="connsiteX18" fmla="*/ 165795 w 295275"/>
                  <a:gd name="connsiteY18" fmla="*/ 8171 h 295275"/>
                  <a:gd name="connsiteX19" fmla="*/ 165683 w 295275"/>
                  <a:gd name="connsiteY19" fmla="*/ 8171 h 295275"/>
                  <a:gd name="connsiteX20" fmla="*/ 163860 w 295275"/>
                  <a:gd name="connsiteY20" fmla="*/ 7798 h 295275"/>
                  <a:gd name="connsiteX21" fmla="*/ 131378 w 295275"/>
                  <a:gd name="connsiteY21" fmla="*/ 8468 h 295275"/>
                  <a:gd name="connsiteX22" fmla="*/ 123862 w 295275"/>
                  <a:gd name="connsiteY22" fmla="*/ 14645 h 295275"/>
                  <a:gd name="connsiteX23" fmla="*/ 114337 w 295275"/>
                  <a:gd name="connsiteY23" fmla="*/ 42736 h 295275"/>
                  <a:gd name="connsiteX24" fmla="*/ 112700 w 295275"/>
                  <a:gd name="connsiteY24" fmla="*/ 43405 h 295275"/>
                  <a:gd name="connsiteX25" fmla="*/ 98115 w 295275"/>
                  <a:gd name="connsiteY25" fmla="*/ 49582 h 295275"/>
                  <a:gd name="connsiteX26" fmla="*/ 96404 w 295275"/>
                  <a:gd name="connsiteY26" fmla="*/ 50549 h 295275"/>
                  <a:gd name="connsiteX27" fmla="*/ 69355 w 295275"/>
                  <a:gd name="connsiteY27" fmla="*/ 38159 h 295275"/>
                  <a:gd name="connsiteX28" fmla="*/ 59718 w 295275"/>
                  <a:gd name="connsiteY28" fmla="*/ 39387 h 295275"/>
                  <a:gd name="connsiteX29" fmla="*/ 36874 w 295275"/>
                  <a:gd name="connsiteY29" fmla="*/ 62902 h 295275"/>
                  <a:gd name="connsiteX30" fmla="*/ 36018 w 295275"/>
                  <a:gd name="connsiteY30" fmla="*/ 64130 h 295275"/>
                  <a:gd name="connsiteX31" fmla="*/ 35906 w 295275"/>
                  <a:gd name="connsiteY31" fmla="*/ 64428 h 295275"/>
                  <a:gd name="connsiteX32" fmla="*/ 35906 w 295275"/>
                  <a:gd name="connsiteY32" fmla="*/ 64539 h 295275"/>
                  <a:gd name="connsiteX33" fmla="*/ 35795 w 295275"/>
                  <a:gd name="connsiteY33" fmla="*/ 64539 h 295275"/>
                  <a:gd name="connsiteX34" fmla="*/ 34827 w 295275"/>
                  <a:gd name="connsiteY34" fmla="*/ 68558 h 295275"/>
                  <a:gd name="connsiteX35" fmla="*/ 34827 w 295275"/>
                  <a:gd name="connsiteY35" fmla="*/ 69042 h 295275"/>
                  <a:gd name="connsiteX36" fmla="*/ 35795 w 295275"/>
                  <a:gd name="connsiteY36" fmla="*/ 72837 h 295275"/>
                  <a:gd name="connsiteX37" fmla="*/ 49040 w 295275"/>
                  <a:gd name="connsiteY37" fmla="*/ 99403 h 295275"/>
                  <a:gd name="connsiteX38" fmla="*/ 45022 w 295275"/>
                  <a:gd name="connsiteY38" fmla="*/ 108370 h 295275"/>
                  <a:gd name="connsiteX39" fmla="*/ 43496 w 295275"/>
                  <a:gd name="connsiteY39" fmla="*/ 112574 h 295275"/>
                  <a:gd name="connsiteX40" fmla="*/ 41785 w 295275"/>
                  <a:gd name="connsiteY40" fmla="*/ 117634 h 295275"/>
                  <a:gd name="connsiteX41" fmla="*/ 13953 w 295275"/>
                  <a:gd name="connsiteY41" fmla="*/ 128015 h 295275"/>
                  <a:gd name="connsiteX42" fmla="*/ 9675 w 295275"/>
                  <a:gd name="connsiteY42" fmla="*/ 131140 h 295275"/>
                  <a:gd name="connsiteX43" fmla="*/ 8447 w 295275"/>
                  <a:gd name="connsiteY43" fmla="*/ 133335 h 295275"/>
                  <a:gd name="connsiteX44" fmla="*/ 8447 w 295275"/>
                  <a:gd name="connsiteY44" fmla="*/ 133447 h 295275"/>
                  <a:gd name="connsiteX45" fmla="*/ 7889 w 295275"/>
                  <a:gd name="connsiteY45" fmla="*/ 135940 h 295275"/>
                  <a:gd name="connsiteX46" fmla="*/ 8447 w 295275"/>
                  <a:gd name="connsiteY46" fmla="*/ 168533 h 295275"/>
                  <a:gd name="connsiteX47" fmla="*/ 14623 w 295275"/>
                  <a:gd name="connsiteY47" fmla="*/ 176049 h 295275"/>
                  <a:gd name="connsiteX48" fmla="*/ 42826 w 295275"/>
                  <a:gd name="connsiteY48" fmla="*/ 185574 h 295275"/>
                  <a:gd name="connsiteX49" fmla="*/ 49002 w 295275"/>
                  <a:gd name="connsiteY49" fmla="*/ 200606 h 295275"/>
                  <a:gd name="connsiteX50" fmla="*/ 49300 w 295275"/>
                  <a:gd name="connsiteY50" fmla="*/ 201275 h 295275"/>
                  <a:gd name="connsiteX51" fmla="*/ 50528 w 295275"/>
                  <a:gd name="connsiteY51" fmla="*/ 203471 h 295275"/>
                  <a:gd name="connsiteX52" fmla="*/ 38137 w 295275"/>
                  <a:gd name="connsiteY52" fmla="*/ 230408 h 295275"/>
                  <a:gd name="connsiteX53" fmla="*/ 39477 w 295275"/>
                  <a:gd name="connsiteY53" fmla="*/ 240119 h 295275"/>
                  <a:gd name="connsiteX54" fmla="*/ 62917 w 295275"/>
                  <a:gd name="connsiteY54" fmla="*/ 262964 h 295275"/>
                  <a:gd name="connsiteX55" fmla="*/ 72739 w 295275"/>
                  <a:gd name="connsiteY55" fmla="*/ 263931 h 295275"/>
                  <a:gd name="connsiteX56" fmla="*/ 99305 w 295275"/>
                  <a:gd name="connsiteY56" fmla="*/ 250686 h 295275"/>
                  <a:gd name="connsiteX57" fmla="*/ 108272 w 295275"/>
                  <a:gd name="connsiteY57" fmla="*/ 254704 h 295275"/>
                  <a:gd name="connsiteX58" fmla="*/ 117611 w 295275"/>
                  <a:gd name="connsiteY58" fmla="*/ 257829 h 295275"/>
                  <a:gd name="connsiteX59" fmla="*/ 127992 w 295275"/>
                  <a:gd name="connsiteY59" fmla="*/ 285735 h 295275"/>
                  <a:gd name="connsiteX60" fmla="*/ 135693 w 295275"/>
                  <a:gd name="connsiteY60" fmla="*/ 291651 h 295275"/>
                  <a:gd name="connsiteX61" fmla="*/ 149795 w 295275"/>
                  <a:gd name="connsiteY61" fmla="*/ 292395 h 295275"/>
                  <a:gd name="connsiteX62" fmla="*/ 168473 w 295275"/>
                  <a:gd name="connsiteY62" fmla="*/ 291055 h 295275"/>
                  <a:gd name="connsiteX63" fmla="*/ 175989 w 295275"/>
                  <a:gd name="connsiteY63" fmla="*/ 284879 h 295275"/>
                  <a:gd name="connsiteX64" fmla="*/ 185514 w 295275"/>
                  <a:gd name="connsiteY64" fmla="*/ 256676 h 295275"/>
                  <a:gd name="connsiteX65" fmla="*/ 203336 w 295275"/>
                  <a:gd name="connsiteY65" fmla="*/ 248974 h 295275"/>
                  <a:gd name="connsiteX66" fmla="*/ 230385 w 295275"/>
                  <a:gd name="connsiteY66" fmla="*/ 261365 h 295275"/>
                  <a:gd name="connsiteX67" fmla="*/ 240021 w 295275"/>
                  <a:gd name="connsiteY67" fmla="*/ 260137 h 295275"/>
                  <a:gd name="connsiteX68" fmla="*/ 262866 w 295275"/>
                  <a:gd name="connsiteY68" fmla="*/ 236621 h 295275"/>
                  <a:gd name="connsiteX69" fmla="*/ 263833 w 295275"/>
                  <a:gd name="connsiteY69" fmla="*/ 226911 h 295275"/>
                  <a:gd name="connsiteX70" fmla="*/ 250588 w 295275"/>
                  <a:gd name="connsiteY70" fmla="*/ 200233 h 295275"/>
                  <a:gd name="connsiteX71" fmla="*/ 254606 w 295275"/>
                  <a:gd name="connsiteY71" fmla="*/ 191266 h 295275"/>
                  <a:gd name="connsiteX72" fmla="*/ 257843 w 295275"/>
                  <a:gd name="connsiteY72" fmla="*/ 181927 h 295275"/>
                  <a:gd name="connsiteX73" fmla="*/ 285674 w 295275"/>
                  <a:gd name="connsiteY73" fmla="*/ 171658 h 295275"/>
                  <a:gd name="connsiteX74" fmla="*/ 291665 w 295275"/>
                  <a:gd name="connsiteY74" fmla="*/ 163845 h 295275"/>
                  <a:gd name="connsiteX75" fmla="*/ 291107 w 295275"/>
                  <a:gd name="connsiteY75" fmla="*/ 131065 h 295275"/>
                  <a:gd name="connsiteX76" fmla="*/ 285302 w 295275"/>
                  <a:gd name="connsiteY76" fmla="*/ 123587 h 295275"/>
                  <a:gd name="connsiteX77" fmla="*/ 214052 w 295275"/>
                  <a:gd name="connsiteY77" fmla="*/ 176346 h 295275"/>
                  <a:gd name="connsiteX78" fmla="*/ 149944 w 295275"/>
                  <a:gd name="connsiteY78" fmla="*/ 219098 h 295275"/>
                  <a:gd name="connsiteX79" fmla="*/ 123564 w 295275"/>
                  <a:gd name="connsiteY79" fmla="*/ 213777 h 295275"/>
                  <a:gd name="connsiteX80" fmla="*/ 86022 w 295275"/>
                  <a:gd name="connsiteY80" fmla="*/ 176235 h 295275"/>
                  <a:gd name="connsiteX81" fmla="*/ 86022 w 295275"/>
                  <a:gd name="connsiteY81" fmla="*/ 123178 h 295275"/>
                  <a:gd name="connsiteX82" fmla="*/ 123564 w 295275"/>
                  <a:gd name="connsiteY82" fmla="*/ 85748 h 295275"/>
                  <a:gd name="connsiteX83" fmla="*/ 176621 w 295275"/>
                  <a:gd name="connsiteY83" fmla="*/ 85748 h 295275"/>
                  <a:gd name="connsiteX84" fmla="*/ 214052 w 295275"/>
                  <a:gd name="connsiteY84" fmla="*/ 123289 h 295275"/>
                  <a:gd name="connsiteX85" fmla="*/ 214052 w 295275"/>
                  <a:gd name="connsiteY85" fmla="*/ 176347 h 29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295275" h="295275">
                    <a:moveTo>
                      <a:pt x="285304" y="123587"/>
                    </a:moveTo>
                    <a:lnTo>
                      <a:pt x="257101" y="114062"/>
                    </a:lnTo>
                    <a:cubicBezTo>
                      <a:pt x="256803" y="113206"/>
                      <a:pt x="256617" y="112424"/>
                      <a:pt x="256357" y="111680"/>
                    </a:cubicBezTo>
                    <a:cubicBezTo>
                      <a:pt x="256245" y="111494"/>
                      <a:pt x="256059" y="111197"/>
                      <a:pt x="255985" y="110936"/>
                    </a:cubicBezTo>
                    <a:cubicBezTo>
                      <a:pt x="254087" y="105876"/>
                      <a:pt x="251892" y="100927"/>
                      <a:pt x="249399" y="96165"/>
                    </a:cubicBezTo>
                    <a:lnTo>
                      <a:pt x="261678" y="69227"/>
                    </a:lnTo>
                    <a:cubicBezTo>
                      <a:pt x="263203" y="65990"/>
                      <a:pt x="262720" y="62269"/>
                      <a:pt x="260450" y="59516"/>
                    </a:cubicBezTo>
                    <a:cubicBezTo>
                      <a:pt x="253678" y="51145"/>
                      <a:pt x="245790" y="43406"/>
                      <a:pt x="236935" y="36746"/>
                    </a:cubicBezTo>
                    <a:cubicBezTo>
                      <a:pt x="236637" y="36448"/>
                      <a:pt x="236376" y="36262"/>
                      <a:pt x="235967" y="36076"/>
                    </a:cubicBezTo>
                    <a:lnTo>
                      <a:pt x="235856" y="35965"/>
                    </a:lnTo>
                    <a:cubicBezTo>
                      <a:pt x="234442" y="35220"/>
                      <a:pt x="232991" y="34737"/>
                      <a:pt x="231577" y="34737"/>
                    </a:cubicBezTo>
                    <a:cubicBezTo>
                      <a:pt x="229940" y="34551"/>
                      <a:pt x="228526" y="34923"/>
                      <a:pt x="227112" y="35704"/>
                    </a:cubicBezTo>
                    <a:lnTo>
                      <a:pt x="200434" y="48949"/>
                    </a:lnTo>
                    <a:cubicBezTo>
                      <a:pt x="198797" y="48205"/>
                      <a:pt x="197383" y="47424"/>
                      <a:pt x="195783" y="46754"/>
                    </a:cubicBezTo>
                    <a:cubicBezTo>
                      <a:pt x="194370" y="46196"/>
                      <a:pt x="193030" y="45526"/>
                      <a:pt x="191505" y="44931"/>
                    </a:cubicBezTo>
                    <a:cubicBezTo>
                      <a:pt x="188565" y="43703"/>
                      <a:pt x="185403" y="42662"/>
                      <a:pt x="182277" y="41806"/>
                    </a:cubicBezTo>
                    <a:lnTo>
                      <a:pt x="171897" y="13900"/>
                    </a:lnTo>
                    <a:cubicBezTo>
                      <a:pt x="171227" y="12077"/>
                      <a:pt x="169999" y="10663"/>
                      <a:pt x="168548" y="9510"/>
                    </a:cubicBezTo>
                    <a:cubicBezTo>
                      <a:pt x="167693" y="8952"/>
                      <a:pt x="166725" y="8468"/>
                      <a:pt x="165795" y="8171"/>
                    </a:cubicBezTo>
                    <a:lnTo>
                      <a:pt x="165683" y="8171"/>
                    </a:lnTo>
                    <a:cubicBezTo>
                      <a:pt x="165125" y="7984"/>
                      <a:pt x="164530" y="7873"/>
                      <a:pt x="163860" y="7798"/>
                    </a:cubicBezTo>
                    <a:cubicBezTo>
                      <a:pt x="152922" y="6757"/>
                      <a:pt x="141945" y="6943"/>
                      <a:pt x="131378" y="8468"/>
                    </a:cubicBezTo>
                    <a:cubicBezTo>
                      <a:pt x="127843" y="8952"/>
                      <a:pt x="124978" y="11333"/>
                      <a:pt x="123862" y="14645"/>
                    </a:cubicBezTo>
                    <a:lnTo>
                      <a:pt x="114337" y="42736"/>
                    </a:lnTo>
                    <a:cubicBezTo>
                      <a:pt x="113779" y="42922"/>
                      <a:pt x="113184" y="43108"/>
                      <a:pt x="112700" y="43405"/>
                    </a:cubicBezTo>
                    <a:cubicBezTo>
                      <a:pt x="107566" y="45117"/>
                      <a:pt x="102691" y="47201"/>
                      <a:pt x="98115" y="49582"/>
                    </a:cubicBezTo>
                    <a:cubicBezTo>
                      <a:pt x="97557" y="49879"/>
                      <a:pt x="96962" y="50140"/>
                      <a:pt x="96404" y="50549"/>
                    </a:cubicBezTo>
                    <a:lnTo>
                      <a:pt x="69355" y="38159"/>
                    </a:lnTo>
                    <a:cubicBezTo>
                      <a:pt x="66229" y="36634"/>
                      <a:pt x="62397" y="37117"/>
                      <a:pt x="59718" y="39387"/>
                    </a:cubicBezTo>
                    <a:cubicBezTo>
                      <a:pt x="51235" y="46159"/>
                      <a:pt x="43608" y="54158"/>
                      <a:pt x="36874" y="62902"/>
                    </a:cubicBezTo>
                    <a:cubicBezTo>
                      <a:pt x="36576" y="63274"/>
                      <a:pt x="36315" y="63758"/>
                      <a:pt x="36018" y="64130"/>
                    </a:cubicBezTo>
                    <a:cubicBezTo>
                      <a:pt x="36018" y="64242"/>
                      <a:pt x="35906" y="64316"/>
                      <a:pt x="35906" y="64428"/>
                    </a:cubicBezTo>
                    <a:lnTo>
                      <a:pt x="35906" y="64539"/>
                    </a:lnTo>
                    <a:lnTo>
                      <a:pt x="35795" y="64539"/>
                    </a:lnTo>
                    <a:cubicBezTo>
                      <a:pt x="35236" y="65879"/>
                      <a:pt x="34827" y="67218"/>
                      <a:pt x="34827" y="68558"/>
                    </a:cubicBezTo>
                    <a:lnTo>
                      <a:pt x="34827" y="69042"/>
                    </a:lnTo>
                    <a:cubicBezTo>
                      <a:pt x="34939" y="70381"/>
                      <a:pt x="35199" y="71609"/>
                      <a:pt x="35795" y="72837"/>
                    </a:cubicBezTo>
                    <a:lnTo>
                      <a:pt x="49040" y="99403"/>
                    </a:lnTo>
                    <a:cubicBezTo>
                      <a:pt x="47626" y="102268"/>
                      <a:pt x="46287" y="105207"/>
                      <a:pt x="45022" y="108370"/>
                    </a:cubicBezTo>
                    <a:cubicBezTo>
                      <a:pt x="44463" y="109784"/>
                      <a:pt x="43868" y="111235"/>
                      <a:pt x="43496" y="112574"/>
                    </a:cubicBezTo>
                    <a:cubicBezTo>
                      <a:pt x="42826" y="114286"/>
                      <a:pt x="42268" y="115923"/>
                      <a:pt x="41785" y="117634"/>
                    </a:cubicBezTo>
                    <a:lnTo>
                      <a:pt x="13953" y="128015"/>
                    </a:lnTo>
                    <a:cubicBezTo>
                      <a:pt x="12130" y="128684"/>
                      <a:pt x="10828" y="129838"/>
                      <a:pt x="9675" y="131140"/>
                    </a:cubicBezTo>
                    <a:cubicBezTo>
                      <a:pt x="9191" y="131810"/>
                      <a:pt x="8707" y="132554"/>
                      <a:pt x="8447" y="133335"/>
                    </a:cubicBezTo>
                    <a:lnTo>
                      <a:pt x="8447" y="133447"/>
                    </a:lnTo>
                    <a:cubicBezTo>
                      <a:pt x="8075" y="134303"/>
                      <a:pt x="7889" y="135158"/>
                      <a:pt x="7889" y="135940"/>
                    </a:cubicBezTo>
                    <a:cubicBezTo>
                      <a:pt x="6735" y="146878"/>
                      <a:pt x="6921" y="157855"/>
                      <a:pt x="8447" y="168533"/>
                    </a:cubicBezTo>
                    <a:cubicBezTo>
                      <a:pt x="8930" y="171956"/>
                      <a:pt x="11312" y="174933"/>
                      <a:pt x="14623" y="176049"/>
                    </a:cubicBezTo>
                    <a:lnTo>
                      <a:pt x="42826" y="185574"/>
                    </a:lnTo>
                    <a:cubicBezTo>
                      <a:pt x="44537" y="190709"/>
                      <a:pt x="46546" y="195657"/>
                      <a:pt x="49002" y="200606"/>
                    </a:cubicBezTo>
                    <a:cubicBezTo>
                      <a:pt x="49114" y="200792"/>
                      <a:pt x="49188" y="201089"/>
                      <a:pt x="49300" y="201275"/>
                    </a:cubicBezTo>
                    <a:cubicBezTo>
                      <a:pt x="49672" y="202019"/>
                      <a:pt x="50156" y="202801"/>
                      <a:pt x="50528" y="203471"/>
                    </a:cubicBezTo>
                    <a:lnTo>
                      <a:pt x="38137" y="230408"/>
                    </a:lnTo>
                    <a:cubicBezTo>
                      <a:pt x="36724" y="233645"/>
                      <a:pt x="37170" y="237366"/>
                      <a:pt x="39477" y="240119"/>
                    </a:cubicBezTo>
                    <a:cubicBezTo>
                      <a:pt x="46249" y="248491"/>
                      <a:pt x="54137" y="256229"/>
                      <a:pt x="62917" y="262964"/>
                    </a:cubicBezTo>
                    <a:cubicBezTo>
                      <a:pt x="65782" y="265047"/>
                      <a:pt x="69577" y="265456"/>
                      <a:pt x="72739" y="263931"/>
                    </a:cubicBezTo>
                    <a:lnTo>
                      <a:pt x="99305" y="250686"/>
                    </a:lnTo>
                    <a:cubicBezTo>
                      <a:pt x="102170" y="252211"/>
                      <a:pt x="105110" y="253439"/>
                      <a:pt x="108272" y="254704"/>
                    </a:cubicBezTo>
                    <a:cubicBezTo>
                      <a:pt x="111323" y="255932"/>
                      <a:pt x="114374" y="256974"/>
                      <a:pt x="117611" y="257829"/>
                    </a:cubicBezTo>
                    <a:lnTo>
                      <a:pt x="127992" y="285735"/>
                    </a:lnTo>
                    <a:cubicBezTo>
                      <a:pt x="129219" y="289083"/>
                      <a:pt x="132196" y="291465"/>
                      <a:pt x="135693" y="291651"/>
                    </a:cubicBezTo>
                    <a:cubicBezTo>
                      <a:pt x="140456" y="292134"/>
                      <a:pt x="145218" y="292395"/>
                      <a:pt x="149795" y="292395"/>
                    </a:cubicBezTo>
                    <a:cubicBezTo>
                      <a:pt x="156083" y="292395"/>
                      <a:pt x="162371" y="291911"/>
                      <a:pt x="168473" y="291055"/>
                    </a:cubicBezTo>
                    <a:cubicBezTo>
                      <a:pt x="172007" y="290572"/>
                      <a:pt x="174872" y="288190"/>
                      <a:pt x="175989" y="284879"/>
                    </a:cubicBezTo>
                    <a:lnTo>
                      <a:pt x="185514" y="256676"/>
                    </a:lnTo>
                    <a:cubicBezTo>
                      <a:pt x="191615" y="254667"/>
                      <a:pt x="197606" y="252100"/>
                      <a:pt x="203336" y="248974"/>
                    </a:cubicBezTo>
                    <a:lnTo>
                      <a:pt x="230385" y="261365"/>
                    </a:lnTo>
                    <a:cubicBezTo>
                      <a:pt x="233510" y="262890"/>
                      <a:pt x="237343" y="262406"/>
                      <a:pt x="240021" y="260137"/>
                    </a:cubicBezTo>
                    <a:cubicBezTo>
                      <a:pt x="248393" y="253365"/>
                      <a:pt x="256132" y="245477"/>
                      <a:pt x="262866" y="236621"/>
                    </a:cubicBezTo>
                    <a:cubicBezTo>
                      <a:pt x="264950" y="233868"/>
                      <a:pt x="265359" y="230036"/>
                      <a:pt x="263833" y="226911"/>
                    </a:cubicBezTo>
                    <a:lnTo>
                      <a:pt x="250588" y="200233"/>
                    </a:lnTo>
                    <a:cubicBezTo>
                      <a:pt x="252113" y="197368"/>
                      <a:pt x="253341" y="194429"/>
                      <a:pt x="254606" y="191266"/>
                    </a:cubicBezTo>
                    <a:cubicBezTo>
                      <a:pt x="255946" y="188215"/>
                      <a:pt x="256876" y="185164"/>
                      <a:pt x="257843" y="181927"/>
                    </a:cubicBezTo>
                    <a:lnTo>
                      <a:pt x="285674" y="171658"/>
                    </a:lnTo>
                    <a:cubicBezTo>
                      <a:pt x="289023" y="170430"/>
                      <a:pt x="291404" y="167379"/>
                      <a:pt x="291665" y="163845"/>
                    </a:cubicBezTo>
                    <a:cubicBezTo>
                      <a:pt x="292818" y="152794"/>
                      <a:pt x="292632" y="141744"/>
                      <a:pt x="291107" y="131065"/>
                    </a:cubicBezTo>
                    <a:cubicBezTo>
                      <a:pt x="291032" y="127680"/>
                      <a:pt x="288651" y="124740"/>
                      <a:pt x="285302" y="123587"/>
                    </a:cubicBezTo>
                    <a:close/>
                    <a:moveTo>
                      <a:pt x="214052" y="176346"/>
                    </a:moveTo>
                    <a:cubicBezTo>
                      <a:pt x="203001" y="202913"/>
                      <a:pt x="177180" y="219098"/>
                      <a:pt x="149944" y="219098"/>
                    </a:cubicBezTo>
                    <a:cubicBezTo>
                      <a:pt x="141088" y="219098"/>
                      <a:pt x="132233" y="217274"/>
                      <a:pt x="123564" y="213777"/>
                    </a:cubicBezTo>
                    <a:cubicBezTo>
                      <a:pt x="106412" y="206745"/>
                      <a:pt x="93166" y="193313"/>
                      <a:pt x="86022" y="176235"/>
                    </a:cubicBezTo>
                    <a:cubicBezTo>
                      <a:pt x="78990" y="159083"/>
                      <a:pt x="78990" y="140219"/>
                      <a:pt x="86022" y="123178"/>
                    </a:cubicBezTo>
                    <a:cubicBezTo>
                      <a:pt x="93166" y="106025"/>
                      <a:pt x="106486" y="92780"/>
                      <a:pt x="123564" y="85748"/>
                    </a:cubicBezTo>
                    <a:cubicBezTo>
                      <a:pt x="140717" y="78715"/>
                      <a:pt x="159580" y="78715"/>
                      <a:pt x="176621" y="85748"/>
                    </a:cubicBezTo>
                    <a:cubicBezTo>
                      <a:pt x="193774" y="92780"/>
                      <a:pt x="207019" y="106211"/>
                      <a:pt x="214052" y="123289"/>
                    </a:cubicBezTo>
                    <a:cubicBezTo>
                      <a:pt x="221196" y="140442"/>
                      <a:pt x="221196" y="159305"/>
                      <a:pt x="214052" y="1763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cxnSp>
        <p:nvCxnSpPr>
          <p:cNvPr id="548" name="Straight Arrow Connector 547">
            <a:extLst>
              <a:ext uri="{FF2B5EF4-FFF2-40B4-BE49-F238E27FC236}">
                <a16:creationId xmlns:a16="http://schemas.microsoft.com/office/drawing/2014/main" id="{EB6CE084-D9A4-4C74-8CD3-D5C5A234EFF6}"/>
              </a:ext>
            </a:extLst>
          </p:cNvPr>
          <p:cNvCxnSpPr>
            <a:cxnSpLocks/>
            <a:stCxn id="360" idx="0"/>
            <a:endCxn id="395" idx="2"/>
          </p:cNvCxnSpPr>
          <p:nvPr/>
        </p:nvCxnSpPr>
        <p:spPr>
          <a:xfrm flipV="1">
            <a:off x="34636292" y="28667118"/>
            <a:ext cx="1290" cy="1150532"/>
          </a:xfrm>
          <a:prstGeom prst="straightConnector1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5" name="Straight Arrow Connector 564">
            <a:extLst>
              <a:ext uri="{FF2B5EF4-FFF2-40B4-BE49-F238E27FC236}">
                <a16:creationId xmlns:a16="http://schemas.microsoft.com/office/drawing/2014/main" id="{75F3DFF2-327E-4024-92A7-ED97289F8E87}"/>
              </a:ext>
            </a:extLst>
          </p:cNvPr>
          <p:cNvCxnSpPr>
            <a:cxnSpLocks/>
            <a:stCxn id="564" idx="1"/>
            <a:endCxn id="360" idx="3"/>
          </p:cNvCxnSpPr>
          <p:nvPr/>
        </p:nvCxnSpPr>
        <p:spPr>
          <a:xfrm flipH="1">
            <a:off x="34686692" y="29868050"/>
            <a:ext cx="7660797" cy="0"/>
          </a:xfrm>
          <a:prstGeom prst="straightConnector1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Straight Arrow Connector 579">
            <a:extLst>
              <a:ext uri="{FF2B5EF4-FFF2-40B4-BE49-F238E27FC236}">
                <a16:creationId xmlns:a16="http://schemas.microsoft.com/office/drawing/2014/main" id="{D32DA680-2400-4B09-839D-7D12C1676F09}"/>
              </a:ext>
            </a:extLst>
          </p:cNvPr>
          <p:cNvCxnSpPr>
            <a:cxnSpLocks/>
            <a:stCxn id="564" idx="0"/>
            <a:endCxn id="579" idx="2"/>
          </p:cNvCxnSpPr>
          <p:nvPr/>
        </p:nvCxnSpPr>
        <p:spPr>
          <a:xfrm flipH="1" flipV="1">
            <a:off x="42354076" y="13074256"/>
            <a:ext cx="43813" cy="16743394"/>
          </a:xfrm>
          <a:prstGeom prst="straightConnector1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Straight Arrow Connector 588">
            <a:extLst>
              <a:ext uri="{FF2B5EF4-FFF2-40B4-BE49-F238E27FC236}">
                <a16:creationId xmlns:a16="http://schemas.microsoft.com/office/drawing/2014/main" id="{5F0A2EE6-44F4-440F-85D5-3A05C52C1E98}"/>
              </a:ext>
            </a:extLst>
          </p:cNvPr>
          <p:cNvCxnSpPr>
            <a:cxnSpLocks/>
            <a:stCxn id="836" idx="3"/>
            <a:endCxn id="579" idx="1"/>
          </p:cNvCxnSpPr>
          <p:nvPr/>
        </p:nvCxnSpPr>
        <p:spPr>
          <a:xfrm flipV="1">
            <a:off x="37844594" y="13023856"/>
            <a:ext cx="4459082" cy="1290"/>
          </a:xfrm>
          <a:prstGeom prst="straightConnector1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Arrow Connector 594">
            <a:extLst>
              <a:ext uri="{FF2B5EF4-FFF2-40B4-BE49-F238E27FC236}">
                <a16:creationId xmlns:a16="http://schemas.microsoft.com/office/drawing/2014/main" id="{F97DC508-B54F-408F-B193-C72B39E08B39}"/>
              </a:ext>
            </a:extLst>
          </p:cNvPr>
          <p:cNvCxnSpPr>
            <a:cxnSpLocks/>
            <a:stCxn id="579" idx="0"/>
            <a:endCxn id="594" idx="2"/>
          </p:cNvCxnSpPr>
          <p:nvPr/>
        </p:nvCxnSpPr>
        <p:spPr>
          <a:xfrm flipV="1">
            <a:off x="42354076" y="599569"/>
            <a:ext cx="0" cy="12373887"/>
          </a:xfrm>
          <a:prstGeom prst="straightConnector1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2" name="Group 621">
            <a:extLst>
              <a:ext uri="{FF2B5EF4-FFF2-40B4-BE49-F238E27FC236}">
                <a16:creationId xmlns:a16="http://schemas.microsoft.com/office/drawing/2014/main" id="{CF00DE6D-1527-46F3-9D5F-D7F92C2ABA1B}"/>
              </a:ext>
            </a:extLst>
          </p:cNvPr>
          <p:cNvGrpSpPr/>
          <p:nvPr/>
        </p:nvGrpSpPr>
        <p:grpSpPr>
          <a:xfrm>
            <a:off x="27639465" y="498769"/>
            <a:ext cx="14808824" cy="29419681"/>
            <a:chOff x="27639465" y="498769"/>
            <a:chExt cx="14808824" cy="29419681"/>
          </a:xfrm>
        </p:grpSpPr>
        <p:sp>
          <p:nvSpPr>
            <p:cNvPr id="360" name="Rectangle 359">
              <a:extLst>
                <a:ext uri="{FF2B5EF4-FFF2-40B4-BE49-F238E27FC236}">
                  <a16:creationId xmlns:a16="http://schemas.microsoft.com/office/drawing/2014/main" id="{C0950C99-39E1-4AB5-BEB0-EA6B0176C247}"/>
                </a:ext>
              </a:extLst>
            </p:cNvPr>
            <p:cNvSpPr/>
            <p:nvPr/>
          </p:nvSpPr>
          <p:spPr>
            <a:xfrm>
              <a:off x="34585892" y="29817650"/>
              <a:ext cx="100800" cy="100800"/>
            </a:xfrm>
            <a:prstGeom prst="rect">
              <a:avLst/>
            </a:prstGeom>
            <a:solidFill>
              <a:srgbClr val="548235"/>
            </a:solidFill>
            <a:ln>
              <a:solidFill>
                <a:srgbClr val="5482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4" name="Rectangle 563">
              <a:extLst>
                <a:ext uri="{FF2B5EF4-FFF2-40B4-BE49-F238E27FC236}">
                  <a16:creationId xmlns:a16="http://schemas.microsoft.com/office/drawing/2014/main" id="{8D86B2E9-B9C7-434C-9FA0-0B80D14F9D96}"/>
                </a:ext>
              </a:extLst>
            </p:cNvPr>
            <p:cNvSpPr/>
            <p:nvPr/>
          </p:nvSpPr>
          <p:spPr>
            <a:xfrm>
              <a:off x="42347489" y="29817650"/>
              <a:ext cx="100800" cy="100800"/>
            </a:xfrm>
            <a:prstGeom prst="rect">
              <a:avLst/>
            </a:prstGeom>
            <a:solidFill>
              <a:srgbClr val="548235"/>
            </a:solidFill>
            <a:ln>
              <a:solidFill>
                <a:srgbClr val="5482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4C9F54D9-CDBC-427E-9D14-D1DF7EB15EC1}"/>
                </a:ext>
              </a:extLst>
            </p:cNvPr>
            <p:cNvSpPr/>
            <p:nvPr/>
          </p:nvSpPr>
          <p:spPr>
            <a:xfrm>
              <a:off x="42303676" y="12973456"/>
              <a:ext cx="100800" cy="100800"/>
            </a:xfrm>
            <a:prstGeom prst="rect">
              <a:avLst/>
            </a:prstGeom>
            <a:solidFill>
              <a:srgbClr val="548235"/>
            </a:solidFill>
            <a:ln>
              <a:solidFill>
                <a:srgbClr val="5482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4" name="Rectangle 593">
              <a:extLst>
                <a:ext uri="{FF2B5EF4-FFF2-40B4-BE49-F238E27FC236}">
                  <a16:creationId xmlns:a16="http://schemas.microsoft.com/office/drawing/2014/main" id="{C3F8720D-C688-4D75-95A4-5D745D9234FB}"/>
                </a:ext>
              </a:extLst>
            </p:cNvPr>
            <p:cNvSpPr/>
            <p:nvPr/>
          </p:nvSpPr>
          <p:spPr>
            <a:xfrm>
              <a:off x="42303676" y="498769"/>
              <a:ext cx="100800" cy="100800"/>
            </a:xfrm>
            <a:prstGeom prst="rect">
              <a:avLst/>
            </a:prstGeom>
            <a:solidFill>
              <a:srgbClr val="548235"/>
            </a:solidFill>
            <a:ln>
              <a:solidFill>
                <a:srgbClr val="5482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2" name="Rectangle 611">
              <a:extLst>
                <a:ext uri="{FF2B5EF4-FFF2-40B4-BE49-F238E27FC236}">
                  <a16:creationId xmlns:a16="http://schemas.microsoft.com/office/drawing/2014/main" id="{66B2E653-7E5F-4A00-95D7-211268F34334}"/>
                </a:ext>
              </a:extLst>
            </p:cNvPr>
            <p:cNvSpPr/>
            <p:nvPr/>
          </p:nvSpPr>
          <p:spPr>
            <a:xfrm>
              <a:off x="27639465" y="8607536"/>
              <a:ext cx="100800" cy="100800"/>
            </a:xfrm>
            <a:prstGeom prst="rect">
              <a:avLst/>
            </a:prstGeom>
            <a:solidFill>
              <a:srgbClr val="548235"/>
            </a:solidFill>
            <a:ln>
              <a:solidFill>
                <a:srgbClr val="54823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618" name="Straight Arrow Connector 617">
            <a:extLst>
              <a:ext uri="{FF2B5EF4-FFF2-40B4-BE49-F238E27FC236}">
                <a16:creationId xmlns:a16="http://schemas.microsoft.com/office/drawing/2014/main" id="{643ED285-DA2D-4F36-B98E-639CD3E81E91}"/>
              </a:ext>
            </a:extLst>
          </p:cNvPr>
          <p:cNvCxnSpPr>
            <a:cxnSpLocks/>
            <a:stCxn id="612" idx="0"/>
            <a:endCxn id="271" idx="2"/>
          </p:cNvCxnSpPr>
          <p:nvPr/>
        </p:nvCxnSpPr>
        <p:spPr>
          <a:xfrm flipV="1">
            <a:off x="27689865" y="7737447"/>
            <a:ext cx="0" cy="870089"/>
          </a:xfrm>
          <a:prstGeom prst="straightConnector1">
            <a:avLst/>
          </a:prstGeom>
          <a:ln w="114300">
            <a:solidFill>
              <a:schemeClr val="accent6">
                <a:lumMod val="75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3" name="Picture 5" descr="drone icon">
            <a:extLst>
              <a:ext uri="{FF2B5EF4-FFF2-40B4-BE49-F238E27FC236}">
                <a16:creationId xmlns:a16="http://schemas.microsoft.com/office/drawing/2014/main" id="{DEFC3897-A351-4BF5-ABD9-4C0EA539D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5609" y="3891044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9" name="Picture 15" descr="sheep icon">
            <a:extLst>
              <a:ext uri="{FF2B5EF4-FFF2-40B4-BE49-F238E27FC236}">
                <a16:creationId xmlns:a16="http://schemas.microsoft.com/office/drawing/2014/main" id="{9986A4FC-5D8B-427B-A3DE-DB33EC818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712059" y="14902594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0" name="Picture 15" descr="sheep icon">
            <a:extLst>
              <a:ext uri="{FF2B5EF4-FFF2-40B4-BE49-F238E27FC236}">
                <a16:creationId xmlns:a16="http://schemas.microsoft.com/office/drawing/2014/main" id="{E77B545D-5552-43E7-81AC-DFE7FC638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846355" y="14902594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1" name="Picture 5" descr="drone icon">
            <a:extLst>
              <a:ext uri="{FF2B5EF4-FFF2-40B4-BE49-F238E27FC236}">
                <a16:creationId xmlns:a16="http://schemas.microsoft.com/office/drawing/2014/main" id="{0E84D6C4-5B4B-4BC2-935C-C9DFEAF69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9173" y="12575422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4" name="Picture 3" descr="dog robot icon">
            <a:extLst>
              <a:ext uri="{FF2B5EF4-FFF2-40B4-BE49-F238E27FC236}">
                <a16:creationId xmlns:a16="http://schemas.microsoft.com/office/drawing/2014/main" id="{E5730270-A36D-4298-8966-EA899003D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80979">
            <a:off x="26389108" y="20092293"/>
            <a:ext cx="832625" cy="83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7" name="Picture 15" descr="sheep icon">
            <a:extLst>
              <a:ext uri="{FF2B5EF4-FFF2-40B4-BE49-F238E27FC236}">
                <a16:creationId xmlns:a16="http://schemas.microsoft.com/office/drawing/2014/main" id="{22D534D3-65D4-4DCB-B1F7-EA798DC59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9161" y="18389651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0" name="Picture 15" descr="sheep icon">
            <a:extLst>
              <a:ext uri="{FF2B5EF4-FFF2-40B4-BE49-F238E27FC236}">
                <a16:creationId xmlns:a16="http://schemas.microsoft.com/office/drawing/2014/main" id="{D8E10329-1410-4406-B4A3-CAF681A6C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7324" y="22366252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1" name="Picture 15" descr="sheep icon">
            <a:extLst>
              <a:ext uri="{FF2B5EF4-FFF2-40B4-BE49-F238E27FC236}">
                <a16:creationId xmlns:a16="http://schemas.microsoft.com/office/drawing/2014/main" id="{A128304D-1955-4B7A-8672-3D2CC19D7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2248" y="22366252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2" name="Picture 15" descr="sheep icon">
            <a:extLst>
              <a:ext uri="{FF2B5EF4-FFF2-40B4-BE49-F238E27FC236}">
                <a16:creationId xmlns:a16="http://schemas.microsoft.com/office/drawing/2014/main" id="{08F4631F-F462-4844-AFA3-C92269C0E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48456" y="4936549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3" name="Picture 15" descr="sheep icon">
            <a:extLst>
              <a:ext uri="{FF2B5EF4-FFF2-40B4-BE49-F238E27FC236}">
                <a16:creationId xmlns:a16="http://schemas.microsoft.com/office/drawing/2014/main" id="{4FE52063-20D3-4F9B-B2DD-07A28AD27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35000" y="4936549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" name="Picture 3" descr="dog robot icon">
            <a:extLst>
              <a:ext uri="{FF2B5EF4-FFF2-40B4-BE49-F238E27FC236}">
                <a16:creationId xmlns:a16="http://schemas.microsoft.com/office/drawing/2014/main" id="{A050BD67-83AE-4333-9D19-9A473EBB7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474240" flipH="1">
            <a:off x="1723309" y="5107010"/>
            <a:ext cx="806807" cy="83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8" name="Picture 15" descr="sheep icon">
            <a:extLst>
              <a:ext uri="{FF2B5EF4-FFF2-40B4-BE49-F238E27FC236}">
                <a16:creationId xmlns:a16="http://schemas.microsoft.com/office/drawing/2014/main" id="{9803C162-2126-497C-86AD-4FF9D6922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079181" y="23706878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9" name="Picture 15" descr="sheep icon">
            <a:extLst>
              <a:ext uri="{FF2B5EF4-FFF2-40B4-BE49-F238E27FC236}">
                <a16:creationId xmlns:a16="http://schemas.microsoft.com/office/drawing/2014/main" id="{8989351C-F696-45B5-A901-326A69268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226688" y="23706878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0" name="Picture 3" descr="dog robot icon">
            <a:extLst>
              <a:ext uri="{FF2B5EF4-FFF2-40B4-BE49-F238E27FC236}">
                <a16:creationId xmlns:a16="http://schemas.microsoft.com/office/drawing/2014/main" id="{2B437B8E-5860-4F71-9910-FE0E548FC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97517" flipH="1">
            <a:off x="40529038" y="24165320"/>
            <a:ext cx="806807" cy="83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" name="Picture 5" descr="drone icon">
            <a:extLst>
              <a:ext uri="{FF2B5EF4-FFF2-40B4-BE49-F238E27FC236}">
                <a16:creationId xmlns:a16="http://schemas.microsoft.com/office/drawing/2014/main" id="{A76F1871-C18B-49A3-BF63-EA979DE09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150" y="5183938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" name="Picture 5" descr="drone icon">
            <a:extLst>
              <a:ext uri="{FF2B5EF4-FFF2-40B4-BE49-F238E27FC236}">
                <a16:creationId xmlns:a16="http://schemas.microsoft.com/office/drawing/2014/main" id="{F099F48C-CED0-43F7-BDCD-DEF23A4D5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763" y="10900239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2" name="Picture 15" descr="sheep icon">
            <a:extLst>
              <a:ext uri="{FF2B5EF4-FFF2-40B4-BE49-F238E27FC236}">
                <a16:creationId xmlns:a16="http://schemas.microsoft.com/office/drawing/2014/main" id="{6AD40AFE-653B-484E-9C4F-AA0956D7F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69" y="13124680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3" name="Picture 15" descr="sheep icon">
            <a:extLst>
              <a:ext uri="{FF2B5EF4-FFF2-40B4-BE49-F238E27FC236}">
                <a16:creationId xmlns:a16="http://schemas.microsoft.com/office/drawing/2014/main" id="{3D2EDA5A-0690-4198-A4A6-8B319864E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087877" y="13124680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4" name="Picture 3" descr="dog robot icon">
            <a:extLst>
              <a:ext uri="{FF2B5EF4-FFF2-40B4-BE49-F238E27FC236}">
                <a16:creationId xmlns:a16="http://schemas.microsoft.com/office/drawing/2014/main" id="{D6986DE0-1706-4C94-A8DB-20E49935D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202" y="13151773"/>
            <a:ext cx="832625" cy="83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8" name="Picture 15" descr="sheep icon">
            <a:extLst>
              <a:ext uri="{FF2B5EF4-FFF2-40B4-BE49-F238E27FC236}">
                <a16:creationId xmlns:a16="http://schemas.microsoft.com/office/drawing/2014/main" id="{182BC677-363A-4FCD-A3C4-1FFDB6F3A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962952" y="13124680"/>
            <a:ext cx="882578" cy="8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2" name="Picture 5" descr="drone icon">
            <a:extLst>
              <a:ext uri="{FF2B5EF4-FFF2-40B4-BE49-F238E27FC236}">
                <a16:creationId xmlns:a16="http://schemas.microsoft.com/office/drawing/2014/main" id="{5DA3E976-BD47-4340-BC1B-8ADABD96F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53315" y="4204304"/>
            <a:ext cx="1071042" cy="107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217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82356bc-e2b6-4506-83d1-6089426bb04d" xsi:nil="true"/>
    <lcf76f155ced4ddcb4097134ff3c332f xmlns="6c59dcd4-09f7-41b9-be2d-9d4f1eeee9b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27F65D92A8AC40B5F2049CD024AB47" ma:contentTypeVersion="14" ma:contentTypeDescription="Create a new document." ma:contentTypeScope="" ma:versionID="4f9bb387740a2db46cae2ea30a0553a7">
  <xsd:schema xmlns:xsd="http://www.w3.org/2001/XMLSchema" xmlns:xs="http://www.w3.org/2001/XMLSchema" xmlns:p="http://schemas.microsoft.com/office/2006/metadata/properties" xmlns:ns2="6c59dcd4-09f7-41b9-be2d-9d4f1eeee9ba" xmlns:ns3="682356bc-e2b6-4506-83d1-6089426bb04d" targetNamespace="http://schemas.microsoft.com/office/2006/metadata/properties" ma:root="true" ma:fieldsID="a506284d6fa02ff061e741044509b0f7" ns2:_="" ns3:_="">
    <xsd:import namespace="6c59dcd4-09f7-41b9-be2d-9d4f1eeee9ba"/>
    <xsd:import namespace="682356bc-e2b6-4506-83d1-6089426bb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59dcd4-09f7-41b9-be2d-9d4f1eeee9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e2de7fa-1b65-42e9-b9b6-80fab1bb22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356bc-e2b6-4506-83d1-6089426bb04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1b1b63e5-4435-48a7-bea2-f5b0dd95cb0d}" ma:internalName="TaxCatchAll" ma:showField="CatchAllData" ma:web="682356bc-e2b6-4506-83d1-6089426bb0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1F8397-1E69-4A16-A76D-3314B4D80F32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682356bc-e2b6-4506-83d1-6089426bb04d"/>
    <ds:schemaRef ds:uri="6c59dcd4-09f7-41b9-be2d-9d4f1eeee9ba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876F60E-62B6-426D-83E5-AD65CB9680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D87DC5-395C-468E-8CE2-A3C3A67F27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59dcd4-09f7-41b9-be2d-9d4f1eeee9ba"/>
    <ds:schemaRef ds:uri="682356bc-e2b6-4506-83d1-6089426bb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650</TotalTime>
  <Words>1767</Words>
  <Application>Microsoft Office PowerPoint</Application>
  <PresentationFormat>Custom</PresentationFormat>
  <Paragraphs>868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Heselden (15591313)</dc:creator>
  <cp:lastModifiedBy>James Heselden (15591313)</cp:lastModifiedBy>
  <cp:revision>81</cp:revision>
  <dcterms:created xsi:type="dcterms:W3CDTF">2025-05-31T17:40:18Z</dcterms:created>
  <dcterms:modified xsi:type="dcterms:W3CDTF">2026-09-29T20:42:06Z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0x0101004A27F65D92A8AC40B5F2049CD024AB47</vt:lpwstr>
  </property>
  <property fmtid="{D5CDD505-2E9C-101B-9397-08002B2CF9AE}" pid="3" name="MediaServiceImageTags">
    <vt:lpwstr/>
  </property>
</Properties>
</file>